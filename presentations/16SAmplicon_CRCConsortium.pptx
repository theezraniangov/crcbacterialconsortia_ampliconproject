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7"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Lst>
  <p:sldSz cy="5143500" cx="9144000"/>
  <p:notesSz cx="6858000" cy="9144000"/>
  <p:embeddedFontLst>
    <p:embeddedFont>
      <p:font typeface="Raleway"/>
      <p:regular r:id="rId31"/>
      <p:bold r:id="rId32"/>
      <p:italic r:id="rId33"/>
      <p:boldItalic r:id="rId34"/>
    </p:embeddedFont>
    <p:embeddedFont>
      <p:font typeface="Roboto"/>
      <p:regular r:id="rId35"/>
      <p:bold r:id="rId36"/>
      <p:italic r:id="rId37"/>
      <p:boldItalic r:id="rId38"/>
    </p:embeddedFont>
    <p:embeddedFont>
      <p:font typeface="Nunito"/>
      <p:regular r:id="rId39"/>
      <p:bold r:id="rId40"/>
      <p:italic r:id="rId41"/>
      <p:boldItalic r:id="rId42"/>
    </p:embeddedFont>
    <p:embeddedFont>
      <p:font typeface="Bebas Neue"/>
      <p:regular r:id="rId43"/>
    </p:embeddedFont>
    <p:embeddedFont>
      <p:font typeface="PT Sans"/>
      <p:regular r:id="rId44"/>
      <p:bold r:id="rId45"/>
      <p:italic r:id="rId46"/>
      <p:boldItalic r:id="rId4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Nunito-bold.fntdata"/><Relationship Id="rId20" Type="http://schemas.openxmlformats.org/officeDocument/2006/relationships/slide" Target="slides/slide16.xml"/><Relationship Id="rId42" Type="http://schemas.openxmlformats.org/officeDocument/2006/relationships/font" Target="fonts/Nunito-boldItalic.fntdata"/><Relationship Id="rId41" Type="http://schemas.openxmlformats.org/officeDocument/2006/relationships/font" Target="fonts/Nunito-italic.fntdata"/><Relationship Id="rId22" Type="http://schemas.openxmlformats.org/officeDocument/2006/relationships/slide" Target="slides/slide18.xml"/><Relationship Id="rId44" Type="http://schemas.openxmlformats.org/officeDocument/2006/relationships/font" Target="fonts/PTSans-regular.fntdata"/><Relationship Id="rId21" Type="http://schemas.openxmlformats.org/officeDocument/2006/relationships/slide" Target="slides/slide17.xml"/><Relationship Id="rId43" Type="http://schemas.openxmlformats.org/officeDocument/2006/relationships/font" Target="fonts/BebasNeue-regular.fntdata"/><Relationship Id="rId24" Type="http://schemas.openxmlformats.org/officeDocument/2006/relationships/slide" Target="slides/slide20.xml"/><Relationship Id="rId46" Type="http://schemas.openxmlformats.org/officeDocument/2006/relationships/font" Target="fonts/PTSans-italic.fntdata"/><Relationship Id="rId23" Type="http://schemas.openxmlformats.org/officeDocument/2006/relationships/slide" Target="slides/slide19.xml"/><Relationship Id="rId45" Type="http://schemas.openxmlformats.org/officeDocument/2006/relationships/font" Target="fonts/PTSans-bold.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47" Type="http://schemas.openxmlformats.org/officeDocument/2006/relationships/font" Target="fonts/PTSans-boldItalic.fntdata"/><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Raleway-regular.fntdata"/><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font" Target="fonts/Raleway-italic.fntdata"/><Relationship Id="rId10" Type="http://schemas.openxmlformats.org/officeDocument/2006/relationships/slide" Target="slides/slide6.xml"/><Relationship Id="rId32" Type="http://schemas.openxmlformats.org/officeDocument/2006/relationships/font" Target="fonts/Raleway-bold.fntdata"/><Relationship Id="rId13" Type="http://schemas.openxmlformats.org/officeDocument/2006/relationships/slide" Target="slides/slide9.xml"/><Relationship Id="rId35" Type="http://schemas.openxmlformats.org/officeDocument/2006/relationships/font" Target="fonts/Roboto-regular.fntdata"/><Relationship Id="rId12" Type="http://schemas.openxmlformats.org/officeDocument/2006/relationships/slide" Target="slides/slide8.xml"/><Relationship Id="rId34" Type="http://schemas.openxmlformats.org/officeDocument/2006/relationships/font" Target="fonts/Raleway-boldItalic.fntdata"/><Relationship Id="rId15" Type="http://schemas.openxmlformats.org/officeDocument/2006/relationships/slide" Target="slides/slide11.xml"/><Relationship Id="rId37" Type="http://schemas.openxmlformats.org/officeDocument/2006/relationships/font" Target="fonts/Roboto-italic.fntdata"/><Relationship Id="rId14" Type="http://schemas.openxmlformats.org/officeDocument/2006/relationships/slide" Target="slides/slide10.xml"/><Relationship Id="rId36" Type="http://schemas.openxmlformats.org/officeDocument/2006/relationships/font" Target="fonts/Roboto-bold.fntdata"/><Relationship Id="rId17" Type="http://schemas.openxmlformats.org/officeDocument/2006/relationships/slide" Target="slides/slide13.xml"/><Relationship Id="rId39" Type="http://schemas.openxmlformats.org/officeDocument/2006/relationships/font" Target="fonts/Nunito-regular.fntdata"/><Relationship Id="rId16" Type="http://schemas.openxmlformats.org/officeDocument/2006/relationships/slide" Target="slides/slide12.xml"/><Relationship Id="rId38" Type="http://schemas.openxmlformats.org/officeDocument/2006/relationships/font" Target="fonts/Roboto-boldItalic.fntdata"/><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4dfce81f19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9" name="Google Shape;309;g4dfce81f19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39730bb103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6" name="Google Shape;316;g39730bb103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39730bb103d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1" name="Google Shape;321;g39730bb103d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3dad2011037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9" name="Google Shape;329;g3dad2011037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39730bb103d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9" name="Google Shape;339;g39730bb103d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3dad2011037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4" name="Google Shape;344;g3dad2011037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3dad2011037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2" name="Google Shape;352;g3dad2011037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3dad2011037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0" name="Google Shape;360;g3dad2011037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3dad2011037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0" name="Google Shape;370;g3dad2011037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3973676fa36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1" name="Google Shape;381;g3973676fa36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3dad2011037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8" name="Google Shape;388;g3dad2011037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3dad2011037_0_1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3" name="Google Shape;393;g3dad2011037_0_1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3dad2011037_0_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1" name="Google Shape;401;g3dad2011037_0_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3dad2011037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9" name="Google Shape;409;g3dad2011037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3dad2011037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6" name="Google Shape;416;g3dad2011037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3dad2011037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3" name="Google Shape;423;g3dad2011037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g3dad2011037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8" name="Google Shape;428;g3dad2011037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g3dad2011037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6" name="Google Shape;436;g3dad2011037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g3dad2011037_0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2" name="Google Shape;442;g3dad2011037_0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g3dad2011037_0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9" name="Google Shape;449;g3dad2011037_0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g3dad2011037_0_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4" name="Google Shape;454;g3dad2011037_0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g3dad2011037_0_1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0" name="Google Shape;460;g3dad2011037_0_1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g3dad2011037_0_1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6" name="Google Shape;466;g3dad2011037_0_1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g3dad2011037_0_2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2" name="Google Shape;472;g3dad2011037_0_2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g3dad2011037_0_2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8" name="Google Shape;478;g3dad2011037_0_2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g3dad2011037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5" name="Google Shape;485;g3dad2011037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hyperlink" Target="https://bit.ly/3A1uf1Q" TargetMode="External"/><Relationship Id="rId6" Type="http://schemas.openxmlformats.org/officeDocument/2006/relationships/hyperlink" Target="http://bit.ly/2TyoMsr" TargetMode="External"/><Relationship Id="rId7" Type="http://schemas.openxmlformats.org/officeDocument/2006/relationships/hyperlink" Target="http://bit.ly/2TtBDfr" TargetMode="Externa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2.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2.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grpSp>
        <p:nvGrpSpPr>
          <p:cNvPr id="9" name="Google Shape;9;p2"/>
          <p:cNvGrpSpPr/>
          <p:nvPr/>
        </p:nvGrpSpPr>
        <p:grpSpPr>
          <a:xfrm>
            <a:off x="-1850795" y="-2790360"/>
            <a:ext cx="12435573" cy="10677062"/>
            <a:chOff x="-1850795" y="-2790360"/>
            <a:chExt cx="12435573" cy="10677062"/>
          </a:xfrm>
        </p:grpSpPr>
        <p:pic>
          <p:nvPicPr>
            <p:cNvPr id="10" name="Google Shape;10;p2"/>
            <p:cNvPicPr preferRelativeResize="0"/>
            <p:nvPr/>
          </p:nvPicPr>
          <p:blipFill rotWithShape="1">
            <a:blip r:embed="rId2">
              <a:alphaModFix/>
            </a:blip>
            <a:srcRect b="0" l="0" r="0" t="0"/>
            <a:stretch/>
          </p:blipFill>
          <p:spPr>
            <a:xfrm>
              <a:off x="1440775" y="-2790360"/>
              <a:ext cx="9144003" cy="3705821"/>
            </a:xfrm>
            <a:prstGeom prst="rect">
              <a:avLst/>
            </a:prstGeom>
            <a:noFill/>
            <a:ln>
              <a:noFill/>
            </a:ln>
          </p:spPr>
        </p:pic>
        <p:pic>
          <p:nvPicPr>
            <p:cNvPr id="11" name="Google Shape;11;p2"/>
            <p:cNvPicPr preferRelativeResize="0"/>
            <p:nvPr/>
          </p:nvPicPr>
          <p:blipFill rotWithShape="1">
            <a:blip r:embed="rId3">
              <a:alphaModFix/>
            </a:blip>
            <a:srcRect b="0" l="0" r="0" t="0"/>
            <a:stretch/>
          </p:blipFill>
          <p:spPr>
            <a:xfrm>
              <a:off x="-1850795" y="2743200"/>
              <a:ext cx="6349542" cy="5143501"/>
            </a:xfrm>
            <a:prstGeom prst="rect">
              <a:avLst/>
            </a:prstGeom>
            <a:noFill/>
            <a:ln>
              <a:noFill/>
            </a:ln>
          </p:spPr>
        </p:pic>
        <p:pic>
          <p:nvPicPr>
            <p:cNvPr id="12" name="Google Shape;12;p2"/>
            <p:cNvPicPr preferRelativeResize="0"/>
            <p:nvPr/>
          </p:nvPicPr>
          <p:blipFill>
            <a:blip r:embed="rId4">
              <a:alphaModFix/>
            </a:blip>
            <a:stretch>
              <a:fillRect/>
            </a:stretch>
          </p:blipFill>
          <p:spPr>
            <a:xfrm>
              <a:off x="5892952" y="2305050"/>
              <a:ext cx="4387547" cy="5143501"/>
            </a:xfrm>
            <a:prstGeom prst="rect">
              <a:avLst/>
            </a:prstGeom>
            <a:noFill/>
            <a:ln>
              <a:noFill/>
            </a:ln>
          </p:spPr>
        </p:pic>
      </p:grpSp>
      <p:sp>
        <p:nvSpPr>
          <p:cNvPr id="13" name="Google Shape;13;p2"/>
          <p:cNvSpPr txBox="1"/>
          <p:nvPr>
            <p:ph type="ctrTitle"/>
          </p:nvPr>
        </p:nvSpPr>
        <p:spPr>
          <a:xfrm>
            <a:off x="713250" y="1525050"/>
            <a:ext cx="7717500" cy="1662300"/>
          </a:xfrm>
          <a:prstGeom prst="rect">
            <a:avLst/>
          </a:prstGeom>
        </p:spPr>
        <p:txBody>
          <a:bodyPr anchorCtr="0" anchor="b" bIns="91425" lIns="91425" spcFirstLastPara="1" rIns="91425" wrap="square" tIns="91425">
            <a:noAutofit/>
          </a:bodyPr>
          <a:lstStyle>
            <a:lvl1pPr lvl="0" algn="ctr">
              <a:spcBef>
                <a:spcPts val="0"/>
              </a:spcBef>
              <a:spcAft>
                <a:spcPts val="0"/>
              </a:spcAft>
              <a:buClr>
                <a:srgbClr val="191919"/>
              </a:buClr>
              <a:buSzPts val="5200"/>
              <a:buNone/>
              <a:defRPr sz="48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14" name="Google Shape;14;p2"/>
          <p:cNvSpPr txBox="1"/>
          <p:nvPr>
            <p:ph idx="1" type="subTitle"/>
          </p:nvPr>
        </p:nvSpPr>
        <p:spPr>
          <a:xfrm>
            <a:off x="2307700" y="3187350"/>
            <a:ext cx="4528800" cy="431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grpSp>
        <p:nvGrpSpPr>
          <p:cNvPr id="16" name="Google Shape;16;p3"/>
          <p:cNvGrpSpPr/>
          <p:nvPr/>
        </p:nvGrpSpPr>
        <p:grpSpPr>
          <a:xfrm>
            <a:off x="-1469274" y="-2790360"/>
            <a:ext cx="13197573" cy="10524662"/>
            <a:chOff x="-1469274" y="-2790360"/>
            <a:chExt cx="13197573" cy="10524662"/>
          </a:xfrm>
        </p:grpSpPr>
        <p:pic>
          <p:nvPicPr>
            <p:cNvPr id="17" name="Google Shape;17;p3"/>
            <p:cNvPicPr preferRelativeResize="0"/>
            <p:nvPr/>
          </p:nvPicPr>
          <p:blipFill rotWithShape="1">
            <a:blip r:embed="rId2">
              <a:alphaModFix/>
            </a:blip>
            <a:srcRect b="0" l="0" r="0" t="0"/>
            <a:stretch/>
          </p:blipFill>
          <p:spPr>
            <a:xfrm flipH="1">
              <a:off x="-1469274" y="-2790360"/>
              <a:ext cx="9144003" cy="3705821"/>
            </a:xfrm>
            <a:prstGeom prst="rect">
              <a:avLst/>
            </a:prstGeom>
            <a:noFill/>
            <a:ln>
              <a:noFill/>
            </a:ln>
          </p:spPr>
        </p:pic>
        <p:pic>
          <p:nvPicPr>
            <p:cNvPr id="18" name="Google Shape;18;p3"/>
            <p:cNvPicPr preferRelativeResize="0"/>
            <p:nvPr/>
          </p:nvPicPr>
          <p:blipFill rotWithShape="1">
            <a:blip r:embed="rId3">
              <a:alphaModFix/>
            </a:blip>
            <a:srcRect b="0" l="0" r="0" t="0"/>
            <a:stretch/>
          </p:blipFill>
          <p:spPr>
            <a:xfrm flipH="1">
              <a:off x="5378756" y="2590800"/>
              <a:ext cx="6349542" cy="5143501"/>
            </a:xfrm>
            <a:prstGeom prst="rect">
              <a:avLst/>
            </a:prstGeom>
            <a:noFill/>
            <a:ln>
              <a:noFill/>
            </a:ln>
          </p:spPr>
        </p:pic>
        <p:pic>
          <p:nvPicPr>
            <p:cNvPr id="19" name="Google Shape;19;p3"/>
            <p:cNvPicPr preferRelativeResize="0"/>
            <p:nvPr/>
          </p:nvPicPr>
          <p:blipFill>
            <a:blip r:embed="rId4">
              <a:alphaModFix/>
            </a:blip>
            <a:stretch>
              <a:fillRect/>
            </a:stretch>
          </p:blipFill>
          <p:spPr>
            <a:xfrm flipH="1">
              <a:off x="-707795" y="2228850"/>
              <a:ext cx="4387547" cy="5143501"/>
            </a:xfrm>
            <a:prstGeom prst="rect">
              <a:avLst/>
            </a:prstGeom>
            <a:noFill/>
            <a:ln>
              <a:noFill/>
            </a:ln>
          </p:spPr>
        </p:pic>
      </p:grpSp>
      <p:sp>
        <p:nvSpPr>
          <p:cNvPr id="20" name="Google Shape;20;p3"/>
          <p:cNvSpPr txBox="1"/>
          <p:nvPr>
            <p:ph type="title"/>
          </p:nvPr>
        </p:nvSpPr>
        <p:spPr>
          <a:xfrm>
            <a:off x="2038200" y="2610600"/>
            <a:ext cx="5067600" cy="954300"/>
          </a:xfrm>
          <a:prstGeom prst="rect">
            <a:avLst/>
          </a:prstGeom>
        </p:spPr>
        <p:txBody>
          <a:bodyPr anchorCtr="0" anchor="t" bIns="91425" lIns="91425" spcFirstLastPara="1" rIns="91425" wrap="square" tIns="91425">
            <a:noAutofit/>
          </a:bodyPr>
          <a:lstStyle>
            <a:lvl1pPr lvl="0" algn="ctr">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1" name="Google Shape;21;p3"/>
          <p:cNvSpPr txBox="1"/>
          <p:nvPr>
            <p:ph hasCustomPrompt="1" idx="2" type="title"/>
          </p:nvPr>
        </p:nvSpPr>
        <p:spPr>
          <a:xfrm>
            <a:off x="3941100" y="1578600"/>
            <a:ext cx="1261800" cy="1108200"/>
          </a:xfrm>
          <a:prstGeom prst="rect">
            <a:avLst/>
          </a:prstGeom>
          <a:noFill/>
        </p:spPr>
        <p:txBody>
          <a:bodyPr anchorCtr="0" anchor="b" bIns="91425" lIns="91425" spcFirstLastPara="1" rIns="91425" wrap="square" tIns="91425">
            <a:noAutofit/>
          </a:bodyPr>
          <a:lstStyle>
            <a:lvl1pPr lvl="0" rtl="0" algn="ctr">
              <a:spcBef>
                <a:spcPts val="0"/>
              </a:spcBef>
              <a:spcAft>
                <a:spcPts val="0"/>
              </a:spcAft>
              <a:buClr>
                <a:schemeClr val="lt1"/>
              </a:buClr>
              <a:buSzPts val="6000"/>
              <a:buNone/>
              <a:defRPr sz="6000">
                <a:solidFill>
                  <a:schemeClr val="dk2"/>
                </a:solidFill>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2" name="Shape 22"/>
        <p:cNvGrpSpPr/>
        <p:nvPr/>
      </p:nvGrpSpPr>
      <p:grpSpPr>
        <a:xfrm>
          <a:off x="0" y="0"/>
          <a:ext cx="0" cy="0"/>
          <a:chOff x="0" y="0"/>
          <a:chExt cx="0" cy="0"/>
        </a:xfrm>
      </p:grpSpPr>
      <p:grpSp>
        <p:nvGrpSpPr>
          <p:cNvPr id="23" name="Google Shape;23;p4"/>
          <p:cNvGrpSpPr/>
          <p:nvPr/>
        </p:nvGrpSpPr>
        <p:grpSpPr>
          <a:xfrm>
            <a:off x="-1480548" y="-2872300"/>
            <a:ext cx="14875201" cy="10883236"/>
            <a:chOff x="-1480548" y="-2872300"/>
            <a:chExt cx="14875201" cy="10883236"/>
          </a:xfrm>
        </p:grpSpPr>
        <p:pic>
          <p:nvPicPr>
            <p:cNvPr id="24" name="Google Shape;24;p4"/>
            <p:cNvPicPr preferRelativeResize="0"/>
            <p:nvPr/>
          </p:nvPicPr>
          <p:blipFill>
            <a:blip r:embed="rId2">
              <a:alphaModFix/>
            </a:blip>
            <a:stretch>
              <a:fillRect/>
            </a:stretch>
          </p:blipFill>
          <p:spPr>
            <a:xfrm rot="10800000">
              <a:off x="-1480548" y="-2872300"/>
              <a:ext cx="4387547" cy="5143501"/>
            </a:xfrm>
            <a:prstGeom prst="rect">
              <a:avLst/>
            </a:prstGeom>
            <a:noFill/>
            <a:ln>
              <a:noFill/>
            </a:ln>
          </p:spPr>
        </p:pic>
        <p:pic>
          <p:nvPicPr>
            <p:cNvPr id="25" name="Google Shape;25;p4"/>
            <p:cNvPicPr preferRelativeResize="0"/>
            <p:nvPr/>
          </p:nvPicPr>
          <p:blipFill rotWithShape="1">
            <a:blip r:embed="rId3">
              <a:alphaModFix/>
            </a:blip>
            <a:srcRect b="0" l="0" r="0" t="0"/>
            <a:stretch/>
          </p:blipFill>
          <p:spPr>
            <a:xfrm flipH="1" rot="10800000">
              <a:off x="4250650" y="4305115"/>
              <a:ext cx="9144003" cy="3705821"/>
            </a:xfrm>
            <a:prstGeom prst="rect">
              <a:avLst/>
            </a:prstGeom>
            <a:noFill/>
            <a:ln>
              <a:noFill/>
            </a:ln>
          </p:spPr>
        </p:pic>
      </p:grpSp>
      <p:sp>
        <p:nvSpPr>
          <p:cNvPr id="26" name="Google Shape;26;p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7" name="Google Shape;27;p4"/>
          <p:cNvSpPr txBox="1"/>
          <p:nvPr>
            <p:ph idx="1" type="subTitle"/>
          </p:nvPr>
        </p:nvSpPr>
        <p:spPr>
          <a:xfrm>
            <a:off x="720002" y="1099401"/>
            <a:ext cx="7704000" cy="369300"/>
          </a:xfrm>
          <a:prstGeom prst="rect">
            <a:avLst/>
          </a:prstGeom>
          <a:ln>
            <a:noFill/>
          </a:ln>
        </p:spPr>
        <p:txBody>
          <a:bodyPr anchorCtr="0" anchor="t" bIns="91425" lIns="91425" spcFirstLastPara="1" rIns="91425" wrap="square" tIns="91425">
            <a:noAutofit/>
          </a:bodyPr>
          <a:lstStyle>
            <a:lvl1pPr lvl="0" rtl="0" algn="ctr">
              <a:spcBef>
                <a:spcPts val="0"/>
              </a:spcBef>
              <a:spcAft>
                <a:spcPts val="0"/>
              </a:spcAft>
              <a:buSzPts val="9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8" name="Shape 28"/>
        <p:cNvGrpSpPr/>
        <p:nvPr/>
      </p:nvGrpSpPr>
      <p:grpSpPr>
        <a:xfrm>
          <a:off x="0" y="0"/>
          <a:ext cx="0" cy="0"/>
          <a:chOff x="0" y="0"/>
          <a:chExt cx="0" cy="0"/>
        </a:xfrm>
      </p:grpSpPr>
      <p:grpSp>
        <p:nvGrpSpPr>
          <p:cNvPr id="29" name="Google Shape;29;p5"/>
          <p:cNvGrpSpPr/>
          <p:nvPr/>
        </p:nvGrpSpPr>
        <p:grpSpPr>
          <a:xfrm>
            <a:off x="-5121707" y="-3896607"/>
            <a:ext cx="18958404" cy="12282396"/>
            <a:chOff x="-5121707" y="-3896607"/>
            <a:chExt cx="18958404" cy="12282396"/>
          </a:xfrm>
        </p:grpSpPr>
        <p:pic>
          <p:nvPicPr>
            <p:cNvPr id="30" name="Google Shape;30;p5"/>
            <p:cNvPicPr preferRelativeResize="0"/>
            <p:nvPr/>
          </p:nvPicPr>
          <p:blipFill rotWithShape="1">
            <a:blip r:embed="rId2">
              <a:alphaModFix/>
            </a:blip>
            <a:srcRect b="0" l="0" r="0" t="0"/>
            <a:stretch/>
          </p:blipFill>
          <p:spPr>
            <a:xfrm flipH="1" rot="-6886526">
              <a:off x="6996455" y="-2508075"/>
              <a:ext cx="6349545" cy="5143503"/>
            </a:xfrm>
            <a:prstGeom prst="rect">
              <a:avLst/>
            </a:prstGeom>
            <a:noFill/>
            <a:ln>
              <a:noFill/>
            </a:ln>
          </p:spPr>
        </p:pic>
        <p:pic>
          <p:nvPicPr>
            <p:cNvPr id="31" name="Google Shape;31;p5"/>
            <p:cNvPicPr preferRelativeResize="0"/>
            <p:nvPr/>
          </p:nvPicPr>
          <p:blipFill rotWithShape="1">
            <a:blip r:embed="rId3">
              <a:alphaModFix/>
            </a:blip>
            <a:srcRect b="0" l="0" r="0" t="0"/>
            <a:stretch/>
          </p:blipFill>
          <p:spPr>
            <a:xfrm rot="2969597">
              <a:off x="-5315200" y="1853115"/>
              <a:ext cx="9144002" cy="3705821"/>
            </a:xfrm>
            <a:prstGeom prst="rect">
              <a:avLst/>
            </a:prstGeom>
            <a:noFill/>
            <a:ln>
              <a:noFill/>
            </a:ln>
          </p:spPr>
        </p:pic>
      </p:grpSp>
      <p:sp>
        <p:nvSpPr>
          <p:cNvPr id="32" name="Google Shape;32;p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33" name="Google Shape;33;p5"/>
          <p:cNvSpPr txBox="1"/>
          <p:nvPr>
            <p:ph idx="1" type="subTitle"/>
          </p:nvPr>
        </p:nvSpPr>
        <p:spPr>
          <a:xfrm>
            <a:off x="4864746" y="2329549"/>
            <a:ext cx="2505600" cy="2031900"/>
          </a:xfrm>
          <a:prstGeom prst="rect">
            <a:avLst/>
          </a:prstGeom>
        </p:spPr>
        <p:txBody>
          <a:bodyPr anchorCtr="0" anchor="t" bIns="91425" lIns="91425" spcFirstLastPara="1" rIns="91425" wrap="square" tIns="91425">
            <a:noAutofit/>
          </a:bodyPr>
          <a:lstStyle>
            <a:lvl1pPr lvl="0" rtl="0">
              <a:spcBef>
                <a:spcPts val="0"/>
              </a:spcBef>
              <a:spcAft>
                <a:spcPts val="0"/>
              </a:spcAft>
              <a:buSzPts val="1200"/>
              <a:buChar char="●"/>
              <a:defRPr b="0"/>
            </a:lvl1pPr>
            <a:lvl2pPr lvl="1" rtl="0" algn="ctr">
              <a:lnSpc>
                <a:spcPct val="100000"/>
              </a:lnSpc>
              <a:spcBef>
                <a:spcPts val="0"/>
              </a:spcBef>
              <a:spcAft>
                <a:spcPts val="0"/>
              </a:spcAft>
              <a:buSzPts val="1200"/>
              <a:buChar char="○"/>
              <a:defRPr sz="2800"/>
            </a:lvl2pPr>
            <a:lvl3pPr lvl="2" rtl="0" algn="ctr">
              <a:lnSpc>
                <a:spcPct val="100000"/>
              </a:lnSpc>
              <a:spcBef>
                <a:spcPts val="0"/>
              </a:spcBef>
              <a:spcAft>
                <a:spcPts val="0"/>
              </a:spcAft>
              <a:buSzPts val="1200"/>
              <a:buChar char="■"/>
              <a:defRPr sz="2800"/>
            </a:lvl3pPr>
            <a:lvl4pPr lvl="3" rtl="0" algn="ctr">
              <a:lnSpc>
                <a:spcPct val="100000"/>
              </a:lnSpc>
              <a:spcBef>
                <a:spcPts val="0"/>
              </a:spcBef>
              <a:spcAft>
                <a:spcPts val="0"/>
              </a:spcAft>
              <a:buSzPts val="1200"/>
              <a:buChar char="●"/>
              <a:defRPr sz="2800"/>
            </a:lvl4pPr>
            <a:lvl5pPr lvl="4" rtl="0" algn="ctr">
              <a:lnSpc>
                <a:spcPct val="100000"/>
              </a:lnSpc>
              <a:spcBef>
                <a:spcPts val="0"/>
              </a:spcBef>
              <a:spcAft>
                <a:spcPts val="0"/>
              </a:spcAft>
              <a:buSzPts val="1200"/>
              <a:buChar char="○"/>
              <a:defRPr sz="2800"/>
            </a:lvl5pPr>
            <a:lvl6pPr lvl="5" rtl="0" algn="ctr">
              <a:lnSpc>
                <a:spcPct val="100000"/>
              </a:lnSpc>
              <a:spcBef>
                <a:spcPts val="0"/>
              </a:spcBef>
              <a:spcAft>
                <a:spcPts val="0"/>
              </a:spcAft>
              <a:buSzPts val="1200"/>
              <a:buChar char="■"/>
              <a:defRPr sz="2800"/>
            </a:lvl6pPr>
            <a:lvl7pPr lvl="6" rtl="0" algn="ctr">
              <a:lnSpc>
                <a:spcPct val="100000"/>
              </a:lnSpc>
              <a:spcBef>
                <a:spcPts val="0"/>
              </a:spcBef>
              <a:spcAft>
                <a:spcPts val="0"/>
              </a:spcAft>
              <a:buSzPts val="1200"/>
              <a:buChar char="●"/>
              <a:defRPr sz="2800"/>
            </a:lvl7pPr>
            <a:lvl8pPr lvl="7" rtl="0" algn="ctr">
              <a:lnSpc>
                <a:spcPct val="100000"/>
              </a:lnSpc>
              <a:spcBef>
                <a:spcPts val="0"/>
              </a:spcBef>
              <a:spcAft>
                <a:spcPts val="0"/>
              </a:spcAft>
              <a:buSzPts val="1200"/>
              <a:buChar char="○"/>
              <a:defRPr sz="2800"/>
            </a:lvl8pPr>
            <a:lvl9pPr lvl="8" rtl="0" algn="ctr">
              <a:lnSpc>
                <a:spcPct val="100000"/>
              </a:lnSpc>
              <a:spcBef>
                <a:spcPts val="0"/>
              </a:spcBef>
              <a:spcAft>
                <a:spcPts val="0"/>
              </a:spcAft>
              <a:buSzPts val="1200"/>
              <a:buChar char="■"/>
              <a:defRPr sz="2800"/>
            </a:lvl9pPr>
          </a:lstStyle>
          <a:p/>
        </p:txBody>
      </p:sp>
      <p:sp>
        <p:nvSpPr>
          <p:cNvPr id="34" name="Google Shape;34;p5"/>
          <p:cNvSpPr txBox="1"/>
          <p:nvPr>
            <p:ph idx="2" type="subTitle"/>
          </p:nvPr>
        </p:nvSpPr>
        <p:spPr>
          <a:xfrm>
            <a:off x="1773654" y="2329549"/>
            <a:ext cx="2505600" cy="2031900"/>
          </a:xfrm>
          <a:prstGeom prst="rect">
            <a:avLst/>
          </a:prstGeom>
        </p:spPr>
        <p:txBody>
          <a:bodyPr anchorCtr="0" anchor="t" bIns="91425" lIns="91425" spcFirstLastPara="1" rIns="91425" wrap="square" tIns="91425">
            <a:noAutofit/>
          </a:bodyPr>
          <a:lstStyle>
            <a:lvl1pPr lvl="0" rtl="0">
              <a:spcBef>
                <a:spcPts val="0"/>
              </a:spcBef>
              <a:spcAft>
                <a:spcPts val="0"/>
              </a:spcAft>
              <a:buSzPts val="1200"/>
              <a:buChar char="●"/>
              <a:defRPr b="0"/>
            </a:lvl1pPr>
            <a:lvl2pPr lvl="1" rtl="0" algn="ctr">
              <a:lnSpc>
                <a:spcPct val="100000"/>
              </a:lnSpc>
              <a:spcBef>
                <a:spcPts val="0"/>
              </a:spcBef>
              <a:spcAft>
                <a:spcPts val="0"/>
              </a:spcAft>
              <a:buSzPts val="1200"/>
              <a:buChar char="○"/>
              <a:defRPr sz="2800"/>
            </a:lvl2pPr>
            <a:lvl3pPr lvl="2" rtl="0" algn="ctr">
              <a:lnSpc>
                <a:spcPct val="100000"/>
              </a:lnSpc>
              <a:spcBef>
                <a:spcPts val="0"/>
              </a:spcBef>
              <a:spcAft>
                <a:spcPts val="0"/>
              </a:spcAft>
              <a:buSzPts val="1200"/>
              <a:buChar char="■"/>
              <a:defRPr sz="2800"/>
            </a:lvl3pPr>
            <a:lvl4pPr lvl="3" rtl="0" algn="ctr">
              <a:lnSpc>
                <a:spcPct val="100000"/>
              </a:lnSpc>
              <a:spcBef>
                <a:spcPts val="0"/>
              </a:spcBef>
              <a:spcAft>
                <a:spcPts val="0"/>
              </a:spcAft>
              <a:buSzPts val="1200"/>
              <a:buChar char="●"/>
              <a:defRPr sz="2800"/>
            </a:lvl4pPr>
            <a:lvl5pPr lvl="4" rtl="0" algn="ctr">
              <a:lnSpc>
                <a:spcPct val="100000"/>
              </a:lnSpc>
              <a:spcBef>
                <a:spcPts val="0"/>
              </a:spcBef>
              <a:spcAft>
                <a:spcPts val="0"/>
              </a:spcAft>
              <a:buSzPts val="1200"/>
              <a:buChar char="○"/>
              <a:defRPr sz="2800"/>
            </a:lvl5pPr>
            <a:lvl6pPr lvl="5" rtl="0" algn="ctr">
              <a:lnSpc>
                <a:spcPct val="100000"/>
              </a:lnSpc>
              <a:spcBef>
                <a:spcPts val="0"/>
              </a:spcBef>
              <a:spcAft>
                <a:spcPts val="0"/>
              </a:spcAft>
              <a:buSzPts val="1200"/>
              <a:buChar char="■"/>
              <a:defRPr sz="2800"/>
            </a:lvl6pPr>
            <a:lvl7pPr lvl="6" rtl="0" algn="ctr">
              <a:lnSpc>
                <a:spcPct val="100000"/>
              </a:lnSpc>
              <a:spcBef>
                <a:spcPts val="0"/>
              </a:spcBef>
              <a:spcAft>
                <a:spcPts val="0"/>
              </a:spcAft>
              <a:buSzPts val="1200"/>
              <a:buChar char="●"/>
              <a:defRPr sz="2800"/>
            </a:lvl7pPr>
            <a:lvl8pPr lvl="7" rtl="0" algn="ctr">
              <a:lnSpc>
                <a:spcPct val="100000"/>
              </a:lnSpc>
              <a:spcBef>
                <a:spcPts val="0"/>
              </a:spcBef>
              <a:spcAft>
                <a:spcPts val="0"/>
              </a:spcAft>
              <a:buSzPts val="1200"/>
              <a:buChar char="○"/>
              <a:defRPr sz="2800"/>
            </a:lvl8pPr>
            <a:lvl9pPr lvl="8" rtl="0" algn="ctr">
              <a:lnSpc>
                <a:spcPct val="100000"/>
              </a:lnSpc>
              <a:spcBef>
                <a:spcPts val="0"/>
              </a:spcBef>
              <a:spcAft>
                <a:spcPts val="0"/>
              </a:spcAft>
              <a:buSzPts val="1200"/>
              <a:buChar char="■"/>
              <a:defRPr sz="2800"/>
            </a:lvl9pPr>
          </a:lstStyle>
          <a:p/>
        </p:txBody>
      </p:sp>
      <p:sp>
        <p:nvSpPr>
          <p:cNvPr id="35" name="Google Shape;35;p5"/>
          <p:cNvSpPr txBox="1"/>
          <p:nvPr>
            <p:ph idx="3" type="subTitle"/>
          </p:nvPr>
        </p:nvSpPr>
        <p:spPr>
          <a:xfrm>
            <a:off x="4864746" y="1913150"/>
            <a:ext cx="2505600" cy="49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Raleway"/>
              <a:buNone/>
              <a:defRPr b="1" sz="2000">
                <a:solidFill>
                  <a:schemeClr val="dk1"/>
                </a:solidFill>
                <a:latin typeface="Raleway"/>
                <a:ea typeface="Raleway"/>
                <a:cs typeface="Raleway"/>
                <a:sym typeface="Raleway"/>
              </a:defRPr>
            </a:lvl1pPr>
            <a:lvl2pPr lvl="1" rtl="0" algn="ctr">
              <a:lnSpc>
                <a:spcPct val="100000"/>
              </a:lnSpc>
              <a:spcBef>
                <a:spcPts val="0"/>
              </a:spcBef>
              <a:spcAft>
                <a:spcPts val="0"/>
              </a:spcAft>
              <a:buSzPts val="2400"/>
              <a:buFont typeface="Raleway"/>
              <a:buNone/>
              <a:defRPr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sz="2400">
                <a:latin typeface="Raleway"/>
                <a:ea typeface="Raleway"/>
                <a:cs typeface="Raleway"/>
                <a:sym typeface="Raleway"/>
              </a:defRPr>
            </a:lvl9pPr>
          </a:lstStyle>
          <a:p/>
        </p:txBody>
      </p:sp>
      <p:sp>
        <p:nvSpPr>
          <p:cNvPr id="36" name="Google Shape;36;p5"/>
          <p:cNvSpPr txBox="1"/>
          <p:nvPr>
            <p:ph idx="4" type="subTitle"/>
          </p:nvPr>
        </p:nvSpPr>
        <p:spPr>
          <a:xfrm>
            <a:off x="1773654" y="1913150"/>
            <a:ext cx="2505600" cy="49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Raleway"/>
              <a:buNone/>
              <a:defRPr b="1" sz="2000">
                <a:solidFill>
                  <a:schemeClr val="dk1"/>
                </a:solidFill>
                <a:latin typeface="Raleway"/>
                <a:ea typeface="Raleway"/>
                <a:cs typeface="Raleway"/>
                <a:sym typeface="Raleway"/>
              </a:defRPr>
            </a:lvl1pPr>
            <a:lvl2pPr lvl="1" rtl="0" algn="ctr">
              <a:lnSpc>
                <a:spcPct val="100000"/>
              </a:lnSpc>
              <a:spcBef>
                <a:spcPts val="0"/>
              </a:spcBef>
              <a:spcAft>
                <a:spcPts val="0"/>
              </a:spcAft>
              <a:buSzPts val="2400"/>
              <a:buFont typeface="Raleway"/>
              <a:buNone/>
              <a:defRPr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sz="2400">
                <a:latin typeface="Raleway"/>
                <a:ea typeface="Raleway"/>
                <a:cs typeface="Raleway"/>
                <a:sym typeface="Raleway"/>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7" name="Shape 37"/>
        <p:cNvGrpSpPr/>
        <p:nvPr/>
      </p:nvGrpSpPr>
      <p:grpSpPr>
        <a:xfrm>
          <a:off x="0" y="0"/>
          <a:ext cx="0" cy="0"/>
          <a:chOff x="0" y="0"/>
          <a:chExt cx="0" cy="0"/>
        </a:xfrm>
      </p:grpSpPr>
      <p:grpSp>
        <p:nvGrpSpPr>
          <p:cNvPr id="38" name="Google Shape;38;p6"/>
          <p:cNvGrpSpPr/>
          <p:nvPr/>
        </p:nvGrpSpPr>
        <p:grpSpPr>
          <a:xfrm>
            <a:off x="-1480548" y="-2872300"/>
            <a:ext cx="14875201" cy="10883236"/>
            <a:chOff x="-1480548" y="-2872300"/>
            <a:chExt cx="14875201" cy="10883236"/>
          </a:xfrm>
        </p:grpSpPr>
        <p:pic>
          <p:nvPicPr>
            <p:cNvPr id="39" name="Google Shape;39;p6"/>
            <p:cNvPicPr preferRelativeResize="0"/>
            <p:nvPr/>
          </p:nvPicPr>
          <p:blipFill>
            <a:blip r:embed="rId2">
              <a:alphaModFix/>
            </a:blip>
            <a:stretch>
              <a:fillRect/>
            </a:stretch>
          </p:blipFill>
          <p:spPr>
            <a:xfrm rot="10800000">
              <a:off x="-1480548" y="-2872300"/>
              <a:ext cx="4387547" cy="5143501"/>
            </a:xfrm>
            <a:prstGeom prst="rect">
              <a:avLst/>
            </a:prstGeom>
            <a:noFill/>
            <a:ln>
              <a:noFill/>
            </a:ln>
          </p:spPr>
        </p:pic>
        <p:pic>
          <p:nvPicPr>
            <p:cNvPr id="40" name="Google Shape;40;p6"/>
            <p:cNvPicPr preferRelativeResize="0"/>
            <p:nvPr/>
          </p:nvPicPr>
          <p:blipFill rotWithShape="1">
            <a:blip r:embed="rId3">
              <a:alphaModFix/>
            </a:blip>
            <a:srcRect b="0" l="0" r="0" t="0"/>
            <a:stretch/>
          </p:blipFill>
          <p:spPr>
            <a:xfrm flipH="1" rot="10800000">
              <a:off x="4250650" y="4305115"/>
              <a:ext cx="9144003" cy="3705821"/>
            </a:xfrm>
            <a:prstGeom prst="rect">
              <a:avLst/>
            </a:prstGeom>
            <a:noFill/>
            <a:ln>
              <a:noFill/>
            </a:ln>
          </p:spPr>
        </p:pic>
      </p:grpSp>
      <p:sp>
        <p:nvSpPr>
          <p:cNvPr id="41" name="Google Shape;41;p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2" name="Shape 42"/>
        <p:cNvGrpSpPr/>
        <p:nvPr/>
      </p:nvGrpSpPr>
      <p:grpSpPr>
        <a:xfrm>
          <a:off x="0" y="0"/>
          <a:ext cx="0" cy="0"/>
          <a:chOff x="0" y="0"/>
          <a:chExt cx="0" cy="0"/>
        </a:xfrm>
      </p:grpSpPr>
      <p:grpSp>
        <p:nvGrpSpPr>
          <p:cNvPr id="43" name="Google Shape;43;p7"/>
          <p:cNvGrpSpPr/>
          <p:nvPr/>
        </p:nvGrpSpPr>
        <p:grpSpPr>
          <a:xfrm>
            <a:off x="-2213779" y="-3870539"/>
            <a:ext cx="14851862" cy="11516984"/>
            <a:chOff x="-2213779" y="-3870539"/>
            <a:chExt cx="14851862" cy="11516984"/>
          </a:xfrm>
        </p:grpSpPr>
        <p:pic>
          <p:nvPicPr>
            <p:cNvPr id="44" name="Google Shape;44;p7"/>
            <p:cNvPicPr preferRelativeResize="0"/>
            <p:nvPr/>
          </p:nvPicPr>
          <p:blipFill>
            <a:blip r:embed="rId2">
              <a:alphaModFix/>
            </a:blip>
            <a:stretch>
              <a:fillRect/>
            </a:stretch>
          </p:blipFill>
          <p:spPr>
            <a:xfrm rot="-2384137">
              <a:off x="7113312" y="1694653"/>
              <a:ext cx="4387546" cy="5143500"/>
            </a:xfrm>
            <a:prstGeom prst="rect">
              <a:avLst/>
            </a:prstGeom>
            <a:noFill/>
            <a:ln>
              <a:noFill/>
            </a:ln>
          </p:spPr>
        </p:pic>
        <p:pic>
          <p:nvPicPr>
            <p:cNvPr id="45" name="Google Shape;45;p7"/>
            <p:cNvPicPr preferRelativeResize="0"/>
            <p:nvPr/>
          </p:nvPicPr>
          <p:blipFill rotWithShape="1">
            <a:blip r:embed="rId3">
              <a:alphaModFix/>
            </a:blip>
            <a:srcRect b="0" l="0" r="0" t="0"/>
            <a:stretch/>
          </p:blipFill>
          <p:spPr>
            <a:xfrm rot="5713368">
              <a:off x="-4524379" y="-1001760"/>
              <a:ext cx="9144006" cy="3705823"/>
            </a:xfrm>
            <a:prstGeom prst="rect">
              <a:avLst/>
            </a:prstGeom>
            <a:noFill/>
            <a:ln>
              <a:noFill/>
            </a:ln>
          </p:spPr>
        </p:pic>
      </p:grpSp>
      <p:sp>
        <p:nvSpPr>
          <p:cNvPr id="46" name="Google Shape;46;p7"/>
          <p:cNvSpPr txBox="1"/>
          <p:nvPr>
            <p:ph type="title"/>
          </p:nvPr>
        </p:nvSpPr>
        <p:spPr>
          <a:xfrm>
            <a:off x="720000" y="445025"/>
            <a:ext cx="77109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47" name="Google Shape;47;p7"/>
          <p:cNvSpPr txBox="1"/>
          <p:nvPr>
            <p:ph idx="1" type="subTitle"/>
          </p:nvPr>
        </p:nvSpPr>
        <p:spPr>
          <a:xfrm>
            <a:off x="2032800" y="1897775"/>
            <a:ext cx="5078400" cy="18264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Font typeface="Open Sans Light"/>
              <a:buChar char="●"/>
              <a:defRPr/>
            </a:lvl1pPr>
            <a:lvl2pPr lvl="1" rtl="0" algn="ctr">
              <a:lnSpc>
                <a:spcPct val="100000"/>
              </a:lnSpc>
              <a:spcBef>
                <a:spcPts val="0"/>
              </a:spcBef>
              <a:spcAft>
                <a:spcPts val="0"/>
              </a:spcAft>
              <a:buClr>
                <a:srgbClr val="E76A28"/>
              </a:buClr>
              <a:buSzPts val="1600"/>
              <a:buFont typeface="Nunito Light"/>
              <a:buChar char="○"/>
              <a:defRPr/>
            </a:lvl2pPr>
            <a:lvl3pPr lvl="2" rtl="0" algn="ctr">
              <a:lnSpc>
                <a:spcPct val="100000"/>
              </a:lnSpc>
              <a:spcBef>
                <a:spcPts val="0"/>
              </a:spcBef>
              <a:spcAft>
                <a:spcPts val="0"/>
              </a:spcAft>
              <a:buClr>
                <a:srgbClr val="E76A28"/>
              </a:buClr>
              <a:buSzPts val="1500"/>
              <a:buFont typeface="Nunito Light"/>
              <a:buChar char="■"/>
              <a:defRPr/>
            </a:lvl3pPr>
            <a:lvl4pPr lvl="3" rtl="0" algn="ctr">
              <a:lnSpc>
                <a:spcPct val="100000"/>
              </a:lnSpc>
              <a:spcBef>
                <a:spcPts val="0"/>
              </a:spcBef>
              <a:spcAft>
                <a:spcPts val="0"/>
              </a:spcAft>
              <a:buClr>
                <a:srgbClr val="E76A28"/>
              </a:buClr>
              <a:buSzPts val="1500"/>
              <a:buFont typeface="Nunito Light"/>
              <a:buChar char="●"/>
              <a:defRPr/>
            </a:lvl4pPr>
            <a:lvl5pPr lvl="4" rtl="0" algn="ctr">
              <a:lnSpc>
                <a:spcPct val="100000"/>
              </a:lnSpc>
              <a:spcBef>
                <a:spcPts val="0"/>
              </a:spcBef>
              <a:spcAft>
                <a:spcPts val="0"/>
              </a:spcAft>
              <a:buClr>
                <a:srgbClr val="E76A28"/>
              </a:buClr>
              <a:buSzPts val="1200"/>
              <a:buFont typeface="Nunito Light"/>
              <a:buChar char="○"/>
              <a:defRPr/>
            </a:lvl5pPr>
            <a:lvl6pPr lvl="5" rtl="0" algn="ctr">
              <a:lnSpc>
                <a:spcPct val="100000"/>
              </a:lnSpc>
              <a:spcBef>
                <a:spcPts val="0"/>
              </a:spcBef>
              <a:spcAft>
                <a:spcPts val="0"/>
              </a:spcAft>
              <a:buClr>
                <a:srgbClr val="999999"/>
              </a:buClr>
              <a:buSzPts val="1200"/>
              <a:buFont typeface="Nunito Light"/>
              <a:buChar char="■"/>
              <a:defRPr/>
            </a:lvl6pPr>
            <a:lvl7pPr lvl="6" rtl="0" algn="ctr">
              <a:lnSpc>
                <a:spcPct val="100000"/>
              </a:lnSpc>
              <a:spcBef>
                <a:spcPts val="0"/>
              </a:spcBef>
              <a:spcAft>
                <a:spcPts val="0"/>
              </a:spcAft>
              <a:buClr>
                <a:srgbClr val="999999"/>
              </a:buClr>
              <a:buSzPts val="1300"/>
              <a:buFont typeface="Nunito Light"/>
              <a:buChar char="●"/>
              <a:defRPr/>
            </a:lvl7pPr>
            <a:lvl8pPr lvl="7" rtl="0" algn="ctr">
              <a:lnSpc>
                <a:spcPct val="100000"/>
              </a:lnSpc>
              <a:spcBef>
                <a:spcPts val="0"/>
              </a:spcBef>
              <a:spcAft>
                <a:spcPts val="0"/>
              </a:spcAft>
              <a:buClr>
                <a:srgbClr val="999999"/>
              </a:buClr>
              <a:buSzPts val="1300"/>
              <a:buFont typeface="Nunito Light"/>
              <a:buChar char="○"/>
              <a:defRPr/>
            </a:lvl8pPr>
            <a:lvl9pPr lvl="8" rtl="0" algn="ctr">
              <a:lnSpc>
                <a:spcPct val="100000"/>
              </a:lnSpc>
              <a:spcBef>
                <a:spcPts val="0"/>
              </a:spcBef>
              <a:spcAft>
                <a:spcPts val="0"/>
              </a:spcAft>
              <a:buClr>
                <a:srgbClr val="999999"/>
              </a:buClr>
              <a:buSzPts val="1200"/>
              <a:buFont typeface="Nunito Light"/>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8" name="Shape 48"/>
        <p:cNvGrpSpPr/>
        <p:nvPr/>
      </p:nvGrpSpPr>
      <p:grpSpPr>
        <a:xfrm>
          <a:off x="0" y="0"/>
          <a:ext cx="0" cy="0"/>
          <a:chOff x="0" y="0"/>
          <a:chExt cx="0" cy="0"/>
        </a:xfrm>
      </p:grpSpPr>
      <p:grpSp>
        <p:nvGrpSpPr>
          <p:cNvPr id="49" name="Google Shape;49;p8"/>
          <p:cNvGrpSpPr/>
          <p:nvPr/>
        </p:nvGrpSpPr>
        <p:grpSpPr>
          <a:xfrm>
            <a:off x="-631595" y="-2866560"/>
            <a:ext cx="11674094" cy="10753262"/>
            <a:chOff x="-631595" y="-2866560"/>
            <a:chExt cx="11674094" cy="10753262"/>
          </a:xfrm>
        </p:grpSpPr>
        <p:pic>
          <p:nvPicPr>
            <p:cNvPr id="50" name="Google Shape;50;p8"/>
            <p:cNvPicPr preferRelativeResize="0"/>
            <p:nvPr/>
          </p:nvPicPr>
          <p:blipFill rotWithShape="1">
            <a:blip r:embed="rId2">
              <a:alphaModFix/>
            </a:blip>
            <a:srcRect b="0" l="0" r="0" t="0"/>
            <a:stretch/>
          </p:blipFill>
          <p:spPr>
            <a:xfrm rot="10800000">
              <a:off x="304799" y="4180880"/>
              <a:ext cx="9144003" cy="3705821"/>
            </a:xfrm>
            <a:prstGeom prst="rect">
              <a:avLst/>
            </a:prstGeom>
            <a:noFill/>
            <a:ln>
              <a:noFill/>
            </a:ln>
          </p:spPr>
        </p:pic>
        <p:pic>
          <p:nvPicPr>
            <p:cNvPr id="51" name="Google Shape;51;p8"/>
            <p:cNvPicPr preferRelativeResize="0"/>
            <p:nvPr/>
          </p:nvPicPr>
          <p:blipFill rotWithShape="1">
            <a:blip r:embed="rId3">
              <a:alphaModFix/>
            </a:blip>
            <a:srcRect b="0" l="0" r="0" t="0"/>
            <a:stretch/>
          </p:blipFill>
          <p:spPr>
            <a:xfrm rot="10800000">
              <a:off x="4692956" y="-2866560"/>
              <a:ext cx="6349542" cy="5143501"/>
            </a:xfrm>
            <a:prstGeom prst="rect">
              <a:avLst/>
            </a:prstGeom>
            <a:noFill/>
            <a:ln>
              <a:noFill/>
            </a:ln>
          </p:spPr>
        </p:pic>
        <p:pic>
          <p:nvPicPr>
            <p:cNvPr id="52" name="Google Shape;52;p8"/>
            <p:cNvPicPr preferRelativeResize="0"/>
            <p:nvPr/>
          </p:nvPicPr>
          <p:blipFill>
            <a:blip r:embed="rId4">
              <a:alphaModFix/>
            </a:blip>
            <a:stretch>
              <a:fillRect/>
            </a:stretch>
          </p:blipFill>
          <p:spPr>
            <a:xfrm rot="10800000">
              <a:off x="-631595" y="-2428410"/>
              <a:ext cx="4387547" cy="5143501"/>
            </a:xfrm>
            <a:prstGeom prst="rect">
              <a:avLst/>
            </a:prstGeom>
            <a:noFill/>
            <a:ln>
              <a:noFill/>
            </a:ln>
          </p:spPr>
        </p:pic>
      </p:grpSp>
      <p:sp>
        <p:nvSpPr>
          <p:cNvPr id="53" name="Google Shape;53;p8"/>
          <p:cNvSpPr txBox="1"/>
          <p:nvPr>
            <p:ph type="title"/>
          </p:nvPr>
        </p:nvSpPr>
        <p:spPr>
          <a:xfrm>
            <a:off x="1768500" y="1555800"/>
            <a:ext cx="5607000" cy="2031900"/>
          </a:xfrm>
          <a:prstGeom prst="rect">
            <a:avLst/>
          </a:prstGeom>
        </p:spPr>
        <p:txBody>
          <a:bodyPr anchorCtr="0" anchor="ctr" bIns="91425" lIns="91425" spcFirstLastPara="1" rIns="91425" wrap="square" tIns="91425">
            <a:noAutofit/>
          </a:bodyPr>
          <a:lstStyle>
            <a:lvl1pPr lvl="0" algn="ctr">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4" name="Shape 54"/>
        <p:cNvGrpSpPr/>
        <p:nvPr/>
      </p:nvGrpSpPr>
      <p:grpSpPr>
        <a:xfrm>
          <a:off x="0" y="0"/>
          <a:ext cx="0" cy="0"/>
          <a:chOff x="0" y="0"/>
          <a:chExt cx="0" cy="0"/>
        </a:xfrm>
      </p:grpSpPr>
      <p:grpSp>
        <p:nvGrpSpPr>
          <p:cNvPr id="55" name="Google Shape;55;p9"/>
          <p:cNvGrpSpPr/>
          <p:nvPr/>
        </p:nvGrpSpPr>
        <p:grpSpPr>
          <a:xfrm>
            <a:off x="-1850795" y="-2714160"/>
            <a:ext cx="12131294" cy="10600862"/>
            <a:chOff x="-1850795" y="-2714160"/>
            <a:chExt cx="12131294" cy="10600862"/>
          </a:xfrm>
        </p:grpSpPr>
        <p:pic>
          <p:nvPicPr>
            <p:cNvPr id="56" name="Google Shape;56;p9"/>
            <p:cNvPicPr preferRelativeResize="0"/>
            <p:nvPr/>
          </p:nvPicPr>
          <p:blipFill rotWithShape="1">
            <a:blip r:embed="rId2">
              <a:alphaModFix/>
            </a:blip>
            <a:srcRect b="0" l="0" r="0" t="0"/>
            <a:stretch/>
          </p:blipFill>
          <p:spPr>
            <a:xfrm flipH="1" rot="10800000">
              <a:off x="754975" y="4180880"/>
              <a:ext cx="9144003" cy="3705821"/>
            </a:xfrm>
            <a:prstGeom prst="rect">
              <a:avLst/>
            </a:prstGeom>
            <a:noFill/>
            <a:ln>
              <a:noFill/>
            </a:ln>
          </p:spPr>
        </p:pic>
        <p:pic>
          <p:nvPicPr>
            <p:cNvPr id="57" name="Google Shape;57;p9"/>
            <p:cNvPicPr preferRelativeResize="0"/>
            <p:nvPr/>
          </p:nvPicPr>
          <p:blipFill rotWithShape="1">
            <a:blip r:embed="rId3">
              <a:alphaModFix/>
            </a:blip>
            <a:srcRect b="0" l="0" r="0" t="0"/>
            <a:stretch/>
          </p:blipFill>
          <p:spPr>
            <a:xfrm flipH="1" rot="10800000">
              <a:off x="-1850795" y="-2714160"/>
              <a:ext cx="6349542" cy="5143501"/>
            </a:xfrm>
            <a:prstGeom prst="rect">
              <a:avLst/>
            </a:prstGeom>
            <a:noFill/>
            <a:ln>
              <a:noFill/>
            </a:ln>
          </p:spPr>
        </p:pic>
        <p:pic>
          <p:nvPicPr>
            <p:cNvPr id="58" name="Google Shape;58;p9"/>
            <p:cNvPicPr preferRelativeResize="0"/>
            <p:nvPr/>
          </p:nvPicPr>
          <p:blipFill>
            <a:blip r:embed="rId4">
              <a:alphaModFix/>
            </a:blip>
            <a:stretch>
              <a:fillRect/>
            </a:stretch>
          </p:blipFill>
          <p:spPr>
            <a:xfrm flipH="1" rot="10800000">
              <a:off x="5892952" y="-2276010"/>
              <a:ext cx="4387547" cy="5143501"/>
            </a:xfrm>
            <a:prstGeom prst="rect">
              <a:avLst/>
            </a:prstGeom>
            <a:noFill/>
            <a:ln>
              <a:noFill/>
            </a:ln>
          </p:spPr>
        </p:pic>
      </p:grpSp>
      <p:sp>
        <p:nvSpPr>
          <p:cNvPr id="59" name="Google Shape;59;p9"/>
          <p:cNvSpPr txBox="1"/>
          <p:nvPr>
            <p:ph type="title"/>
          </p:nvPr>
        </p:nvSpPr>
        <p:spPr>
          <a:xfrm>
            <a:off x="2135550" y="1717200"/>
            <a:ext cx="4872900" cy="11082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000"/>
              <a:buNone/>
              <a:defRPr sz="6000"/>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
        <p:nvSpPr>
          <p:cNvPr id="60" name="Google Shape;60;p9"/>
          <p:cNvSpPr txBox="1"/>
          <p:nvPr>
            <p:ph idx="1" type="subTitle"/>
          </p:nvPr>
        </p:nvSpPr>
        <p:spPr>
          <a:xfrm>
            <a:off x="2135550" y="2749200"/>
            <a:ext cx="4872900" cy="677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sz="160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1" name="Shape 61"/>
        <p:cNvGrpSpPr/>
        <p:nvPr/>
      </p:nvGrpSpPr>
      <p:grpSpPr>
        <a:xfrm>
          <a:off x="0" y="0"/>
          <a:ext cx="0" cy="0"/>
          <a:chOff x="0" y="0"/>
          <a:chExt cx="0" cy="0"/>
        </a:xfrm>
      </p:grpSpPr>
      <p:sp>
        <p:nvSpPr>
          <p:cNvPr id="62" name="Google Shape;62;p10"/>
          <p:cNvSpPr/>
          <p:nvPr>
            <p:ph idx="2" type="pic"/>
          </p:nvPr>
        </p:nvSpPr>
        <p:spPr>
          <a:xfrm>
            <a:off x="0" y="0"/>
            <a:ext cx="9144000" cy="5143500"/>
          </a:xfrm>
          <a:prstGeom prst="rect">
            <a:avLst/>
          </a:prstGeom>
          <a:noFill/>
          <a:ln>
            <a:noFill/>
          </a:ln>
        </p:spPr>
      </p:sp>
      <p:sp>
        <p:nvSpPr>
          <p:cNvPr id="63" name="Google Shape;63;p10"/>
          <p:cNvSpPr txBox="1"/>
          <p:nvPr>
            <p:ph type="title"/>
          </p:nvPr>
        </p:nvSpPr>
        <p:spPr>
          <a:xfrm>
            <a:off x="720000" y="3957500"/>
            <a:ext cx="7704000" cy="646500"/>
          </a:xfrm>
          <a:prstGeom prst="rect">
            <a:avLst/>
          </a:prstGeom>
          <a:solidFill>
            <a:schemeClr val="lt1"/>
          </a:solidFill>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4" name="Shape 64"/>
        <p:cNvGrpSpPr/>
        <p:nvPr/>
      </p:nvGrpSpPr>
      <p:grpSpPr>
        <a:xfrm>
          <a:off x="0" y="0"/>
          <a:ext cx="0" cy="0"/>
          <a:chOff x="0" y="0"/>
          <a:chExt cx="0" cy="0"/>
        </a:xfrm>
      </p:grpSpPr>
      <p:grpSp>
        <p:nvGrpSpPr>
          <p:cNvPr id="65" name="Google Shape;65;p11"/>
          <p:cNvGrpSpPr/>
          <p:nvPr/>
        </p:nvGrpSpPr>
        <p:grpSpPr>
          <a:xfrm>
            <a:off x="-2536595" y="-2790360"/>
            <a:ext cx="13045694" cy="10677062"/>
            <a:chOff x="-2536595" y="-2790360"/>
            <a:chExt cx="13045694" cy="10677062"/>
          </a:xfrm>
        </p:grpSpPr>
        <p:pic>
          <p:nvPicPr>
            <p:cNvPr id="66" name="Google Shape;66;p11"/>
            <p:cNvPicPr preferRelativeResize="0"/>
            <p:nvPr/>
          </p:nvPicPr>
          <p:blipFill rotWithShape="1">
            <a:blip r:embed="rId2">
              <a:alphaModFix/>
            </a:blip>
            <a:srcRect b="0" l="0" r="0" t="0"/>
            <a:stretch/>
          </p:blipFill>
          <p:spPr>
            <a:xfrm>
              <a:off x="754975" y="-2790360"/>
              <a:ext cx="9144003" cy="3705821"/>
            </a:xfrm>
            <a:prstGeom prst="rect">
              <a:avLst/>
            </a:prstGeom>
            <a:noFill/>
            <a:ln>
              <a:noFill/>
            </a:ln>
          </p:spPr>
        </p:pic>
        <p:pic>
          <p:nvPicPr>
            <p:cNvPr id="67" name="Google Shape;67;p11"/>
            <p:cNvPicPr preferRelativeResize="0"/>
            <p:nvPr/>
          </p:nvPicPr>
          <p:blipFill rotWithShape="1">
            <a:blip r:embed="rId3">
              <a:alphaModFix/>
            </a:blip>
            <a:srcRect b="0" l="0" r="0" t="0"/>
            <a:stretch/>
          </p:blipFill>
          <p:spPr>
            <a:xfrm>
              <a:off x="-2536595" y="2743200"/>
              <a:ext cx="6349542" cy="5143501"/>
            </a:xfrm>
            <a:prstGeom prst="rect">
              <a:avLst/>
            </a:prstGeom>
            <a:noFill/>
            <a:ln>
              <a:noFill/>
            </a:ln>
          </p:spPr>
        </p:pic>
        <p:pic>
          <p:nvPicPr>
            <p:cNvPr id="68" name="Google Shape;68;p11"/>
            <p:cNvPicPr preferRelativeResize="0"/>
            <p:nvPr/>
          </p:nvPicPr>
          <p:blipFill>
            <a:blip r:embed="rId4">
              <a:alphaModFix/>
            </a:blip>
            <a:stretch>
              <a:fillRect/>
            </a:stretch>
          </p:blipFill>
          <p:spPr>
            <a:xfrm>
              <a:off x="6121552" y="2305050"/>
              <a:ext cx="4387547" cy="5143501"/>
            </a:xfrm>
            <a:prstGeom prst="rect">
              <a:avLst/>
            </a:prstGeom>
            <a:noFill/>
            <a:ln>
              <a:noFill/>
            </a:ln>
          </p:spPr>
        </p:pic>
      </p:grpSp>
      <p:sp>
        <p:nvSpPr>
          <p:cNvPr id="69" name="Google Shape;69;p11"/>
          <p:cNvSpPr txBox="1"/>
          <p:nvPr>
            <p:ph hasCustomPrompt="1" type="title"/>
          </p:nvPr>
        </p:nvSpPr>
        <p:spPr>
          <a:xfrm>
            <a:off x="1284000" y="1840200"/>
            <a:ext cx="6576000" cy="1108200"/>
          </a:xfrm>
          <a:prstGeom prst="rect">
            <a:avLst/>
          </a:prstGeom>
          <a:noFill/>
        </p:spPr>
        <p:txBody>
          <a:bodyPr anchorCtr="0" anchor="b" bIns="91425" lIns="91425" spcFirstLastPara="1" rIns="91425" wrap="square" tIns="91425">
            <a:noAutofit/>
          </a:bodyPr>
          <a:lstStyle>
            <a:lvl1pPr lvl="0" algn="ctr">
              <a:spcBef>
                <a:spcPts val="0"/>
              </a:spcBef>
              <a:spcAft>
                <a:spcPts val="0"/>
              </a:spcAft>
              <a:buSzPts val="9600"/>
              <a:buNone/>
              <a:defRPr sz="6000">
                <a:solidFill>
                  <a:schemeClr val="dk2"/>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70" name="Google Shape;70;p11"/>
          <p:cNvSpPr txBox="1"/>
          <p:nvPr>
            <p:ph idx="1" type="subTitle"/>
          </p:nvPr>
        </p:nvSpPr>
        <p:spPr>
          <a:xfrm>
            <a:off x="1284000" y="2872200"/>
            <a:ext cx="6576000" cy="4311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1" name="Shape 71"/>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72" name="Shape 72"/>
        <p:cNvGrpSpPr/>
        <p:nvPr/>
      </p:nvGrpSpPr>
      <p:grpSpPr>
        <a:xfrm>
          <a:off x="0" y="0"/>
          <a:ext cx="0" cy="0"/>
          <a:chOff x="0" y="0"/>
          <a:chExt cx="0" cy="0"/>
        </a:xfrm>
      </p:grpSpPr>
      <p:grpSp>
        <p:nvGrpSpPr>
          <p:cNvPr id="73" name="Google Shape;73;p13"/>
          <p:cNvGrpSpPr/>
          <p:nvPr/>
        </p:nvGrpSpPr>
        <p:grpSpPr>
          <a:xfrm>
            <a:off x="-6941225" y="-3393700"/>
            <a:ext cx="20649172" cy="10795036"/>
            <a:chOff x="-6941225" y="-3393700"/>
            <a:chExt cx="20649172" cy="10795036"/>
          </a:xfrm>
        </p:grpSpPr>
        <p:pic>
          <p:nvPicPr>
            <p:cNvPr id="74" name="Google Shape;74;p13"/>
            <p:cNvPicPr preferRelativeResize="0"/>
            <p:nvPr/>
          </p:nvPicPr>
          <p:blipFill rotWithShape="1">
            <a:blip r:embed="rId2">
              <a:alphaModFix/>
            </a:blip>
            <a:srcRect b="0" l="0" r="0" t="0"/>
            <a:stretch/>
          </p:blipFill>
          <p:spPr>
            <a:xfrm>
              <a:off x="7358405" y="-3393700"/>
              <a:ext cx="6349542" cy="5143501"/>
            </a:xfrm>
            <a:prstGeom prst="rect">
              <a:avLst/>
            </a:prstGeom>
            <a:noFill/>
            <a:ln>
              <a:noFill/>
            </a:ln>
          </p:spPr>
        </p:pic>
        <p:pic>
          <p:nvPicPr>
            <p:cNvPr id="75" name="Google Shape;75;p13"/>
            <p:cNvPicPr preferRelativeResize="0"/>
            <p:nvPr/>
          </p:nvPicPr>
          <p:blipFill rotWithShape="1">
            <a:blip r:embed="rId3">
              <a:alphaModFix/>
            </a:blip>
            <a:srcRect b="0" l="0" r="0" t="0"/>
            <a:stretch/>
          </p:blipFill>
          <p:spPr>
            <a:xfrm flipH="1" rot="10800000">
              <a:off x="-6941225" y="3695515"/>
              <a:ext cx="9144003" cy="3705821"/>
            </a:xfrm>
            <a:prstGeom prst="rect">
              <a:avLst/>
            </a:prstGeom>
            <a:noFill/>
            <a:ln>
              <a:noFill/>
            </a:ln>
          </p:spPr>
        </p:pic>
      </p:grpSp>
      <p:sp>
        <p:nvSpPr>
          <p:cNvPr id="76" name="Google Shape;76;p1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77" name="Google Shape;77;p13"/>
          <p:cNvSpPr txBox="1"/>
          <p:nvPr>
            <p:ph hasCustomPrompt="1" idx="2" type="title"/>
          </p:nvPr>
        </p:nvSpPr>
        <p:spPr>
          <a:xfrm>
            <a:off x="1505376" y="1595483"/>
            <a:ext cx="734700" cy="646500"/>
          </a:xfrm>
          <a:prstGeom prst="rect">
            <a:avLst/>
          </a:prstGeom>
          <a:noFill/>
        </p:spPr>
        <p:txBody>
          <a:bodyPr anchorCtr="0" anchor="b" bIns="91425" lIns="91425" spcFirstLastPara="1" rIns="91425" wrap="square" tIns="91425">
            <a:noAutofit/>
          </a:bodyPr>
          <a:lstStyle>
            <a:lvl1pPr lvl="0" rtl="0" algn="ctr">
              <a:spcBef>
                <a:spcPts val="0"/>
              </a:spcBef>
              <a:spcAft>
                <a:spcPts val="0"/>
              </a:spcAft>
              <a:buSzPts val="3000"/>
              <a:buNone/>
              <a:defRPr sz="30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78" name="Google Shape;78;p13"/>
          <p:cNvSpPr txBox="1"/>
          <p:nvPr>
            <p:ph hasCustomPrompt="1" idx="3" type="title"/>
          </p:nvPr>
        </p:nvSpPr>
        <p:spPr>
          <a:xfrm>
            <a:off x="1505376" y="2963554"/>
            <a:ext cx="734700" cy="646500"/>
          </a:xfrm>
          <a:prstGeom prst="rect">
            <a:avLst/>
          </a:prstGeom>
          <a:noFill/>
        </p:spPr>
        <p:txBody>
          <a:bodyPr anchorCtr="0" anchor="b" bIns="91425" lIns="91425" spcFirstLastPara="1" rIns="91425" wrap="square" tIns="91425">
            <a:noAutofit/>
          </a:bodyPr>
          <a:lstStyle>
            <a:lvl1pPr lvl="0" rtl="0" algn="ctr">
              <a:spcBef>
                <a:spcPts val="0"/>
              </a:spcBef>
              <a:spcAft>
                <a:spcPts val="0"/>
              </a:spcAft>
              <a:buSzPts val="3000"/>
              <a:buNone/>
              <a:defRPr sz="30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79" name="Google Shape;79;p13"/>
          <p:cNvSpPr txBox="1"/>
          <p:nvPr>
            <p:ph hasCustomPrompt="1" idx="4" type="title"/>
          </p:nvPr>
        </p:nvSpPr>
        <p:spPr>
          <a:xfrm>
            <a:off x="4204647" y="1595483"/>
            <a:ext cx="734700" cy="646500"/>
          </a:xfrm>
          <a:prstGeom prst="rect">
            <a:avLst/>
          </a:prstGeom>
          <a:noFill/>
        </p:spPr>
        <p:txBody>
          <a:bodyPr anchorCtr="0" anchor="b" bIns="91425" lIns="91425" spcFirstLastPara="1" rIns="91425" wrap="square" tIns="91425">
            <a:noAutofit/>
          </a:bodyPr>
          <a:lstStyle>
            <a:lvl1pPr lvl="0" rtl="0" algn="ctr">
              <a:spcBef>
                <a:spcPts val="0"/>
              </a:spcBef>
              <a:spcAft>
                <a:spcPts val="0"/>
              </a:spcAft>
              <a:buSzPts val="3000"/>
              <a:buNone/>
              <a:defRPr sz="30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0" name="Google Shape;80;p13"/>
          <p:cNvSpPr txBox="1"/>
          <p:nvPr>
            <p:ph hasCustomPrompt="1" idx="5" type="title"/>
          </p:nvPr>
        </p:nvSpPr>
        <p:spPr>
          <a:xfrm>
            <a:off x="4204647" y="2963554"/>
            <a:ext cx="734700" cy="646500"/>
          </a:xfrm>
          <a:prstGeom prst="rect">
            <a:avLst/>
          </a:prstGeom>
          <a:noFill/>
        </p:spPr>
        <p:txBody>
          <a:bodyPr anchorCtr="0" anchor="b" bIns="91425" lIns="91425" spcFirstLastPara="1" rIns="91425" wrap="square" tIns="91425">
            <a:noAutofit/>
          </a:bodyPr>
          <a:lstStyle>
            <a:lvl1pPr lvl="0" rtl="0" algn="ctr">
              <a:spcBef>
                <a:spcPts val="0"/>
              </a:spcBef>
              <a:spcAft>
                <a:spcPts val="0"/>
              </a:spcAft>
              <a:buSzPts val="3000"/>
              <a:buNone/>
              <a:defRPr sz="30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1" name="Google Shape;81;p13"/>
          <p:cNvSpPr txBox="1"/>
          <p:nvPr>
            <p:ph hasCustomPrompt="1" idx="6" type="title"/>
          </p:nvPr>
        </p:nvSpPr>
        <p:spPr>
          <a:xfrm>
            <a:off x="6903924" y="1595483"/>
            <a:ext cx="734700" cy="646500"/>
          </a:xfrm>
          <a:prstGeom prst="rect">
            <a:avLst/>
          </a:prstGeom>
          <a:noFill/>
        </p:spPr>
        <p:txBody>
          <a:bodyPr anchorCtr="0" anchor="b" bIns="91425" lIns="91425" spcFirstLastPara="1" rIns="91425" wrap="square" tIns="91425">
            <a:noAutofit/>
          </a:bodyPr>
          <a:lstStyle>
            <a:lvl1pPr lvl="0" rtl="0" algn="ctr">
              <a:spcBef>
                <a:spcPts val="0"/>
              </a:spcBef>
              <a:spcAft>
                <a:spcPts val="0"/>
              </a:spcAft>
              <a:buSzPts val="3000"/>
              <a:buNone/>
              <a:defRPr sz="30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2" name="Google Shape;82;p13"/>
          <p:cNvSpPr txBox="1"/>
          <p:nvPr>
            <p:ph hasCustomPrompt="1" idx="7" type="title"/>
          </p:nvPr>
        </p:nvSpPr>
        <p:spPr>
          <a:xfrm>
            <a:off x="6903924" y="2963554"/>
            <a:ext cx="734700" cy="646500"/>
          </a:xfrm>
          <a:prstGeom prst="rect">
            <a:avLst/>
          </a:prstGeom>
          <a:noFill/>
        </p:spPr>
        <p:txBody>
          <a:bodyPr anchorCtr="0" anchor="b" bIns="91425" lIns="91425" spcFirstLastPara="1" rIns="91425" wrap="square" tIns="91425">
            <a:noAutofit/>
          </a:bodyPr>
          <a:lstStyle>
            <a:lvl1pPr lvl="0" rtl="0" algn="ctr">
              <a:spcBef>
                <a:spcPts val="0"/>
              </a:spcBef>
              <a:spcAft>
                <a:spcPts val="0"/>
              </a:spcAft>
              <a:buSzPts val="3000"/>
              <a:buNone/>
              <a:defRPr sz="30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3" name="Google Shape;83;p13"/>
          <p:cNvSpPr txBox="1"/>
          <p:nvPr>
            <p:ph idx="1" type="subTitle"/>
          </p:nvPr>
        </p:nvSpPr>
        <p:spPr>
          <a:xfrm>
            <a:off x="719976" y="2165799"/>
            <a:ext cx="2305500" cy="49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Bebas Neue"/>
              <a:buNone/>
              <a:defRPr b="1" sz="2000">
                <a:solidFill>
                  <a:schemeClr val="dk1"/>
                </a:solidFill>
                <a:latin typeface="Raleway"/>
                <a:ea typeface="Raleway"/>
                <a:cs typeface="Raleway"/>
                <a:sym typeface="Raleway"/>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84" name="Google Shape;84;p13"/>
          <p:cNvSpPr txBox="1"/>
          <p:nvPr>
            <p:ph idx="8" type="subTitle"/>
          </p:nvPr>
        </p:nvSpPr>
        <p:spPr>
          <a:xfrm>
            <a:off x="3419247" y="2165799"/>
            <a:ext cx="2305500" cy="49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Bebas Neue"/>
              <a:buNone/>
              <a:defRPr b="1" sz="2000">
                <a:solidFill>
                  <a:schemeClr val="dk1"/>
                </a:solidFill>
                <a:latin typeface="Raleway"/>
                <a:ea typeface="Raleway"/>
                <a:cs typeface="Raleway"/>
                <a:sym typeface="Raleway"/>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85" name="Google Shape;85;p13"/>
          <p:cNvSpPr txBox="1"/>
          <p:nvPr>
            <p:ph idx="9" type="subTitle"/>
          </p:nvPr>
        </p:nvSpPr>
        <p:spPr>
          <a:xfrm>
            <a:off x="6118524" y="2165799"/>
            <a:ext cx="2305500" cy="49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Bebas Neue"/>
              <a:buNone/>
              <a:defRPr b="1" sz="2000">
                <a:solidFill>
                  <a:schemeClr val="dk1"/>
                </a:solidFill>
                <a:latin typeface="Raleway"/>
                <a:ea typeface="Raleway"/>
                <a:cs typeface="Raleway"/>
                <a:sym typeface="Raleway"/>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86" name="Google Shape;86;p13"/>
          <p:cNvSpPr txBox="1"/>
          <p:nvPr>
            <p:ph idx="13" type="subTitle"/>
          </p:nvPr>
        </p:nvSpPr>
        <p:spPr>
          <a:xfrm>
            <a:off x="719976" y="3533863"/>
            <a:ext cx="2305500" cy="49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Bebas Neue"/>
              <a:buNone/>
              <a:defRPr b="1" sz="2000">
                <a:solidFill>
                  <a:schemeClr val="dk1"/>
                </a:solidFill>
                <a:latin typeface="Raleway"/>
                <a:ea typeface="Raleway"/>
                <a:cs typeface="Raleway"/>
                <a:sym typeface="Raleway"/>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87" name="Google Shape;87;p13"/>
          <p:cNvSpPr txBox="1"/>
          <p:nvPr>
            <p:ph idx="14" type="subTitle"/>
          </p:nvPr>
        </p:nvSpPr>
        <p:spPr>
          <a:xfrm>
            <a:off x="3419247" y="3533863"/>
            <a:ext cx="2305500" cy="49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Bebas Neue"/>
              <a:buNone/>
              <a:defRPr b="1" sz="2000">
                <a:solidFill>
                  <a:schemeClr val="dk1"/>
                </a:solidFill>
                <a:latin typeface="Raleway"/>
                <a:ea typeface="Raleway"/>
                <a:cs typeface="Raleway"/>
                <a:sym typeface="Raleway"/>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88" name="Google Shape;88;p13"/>
          <p:cNvSpPr txBox="1"/>
          <p:nvPr>
            <p:ph idx="15" type="subTitle"/>
          </p:nvPr>
        </p:nvSpPr>
        <p:spPr>
          <a:xfrm>
            <a:off x="6118524" y="3533863"/>
            <a:ext cx="2305500" cy="49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Bebas Neue"/>
              <a:buNone/>
              <a:defRPr b="1" sz="2000">
                <a:solidFill>
                  <a:schemeClr val="dk1"/>
                </a:solidFill>
                <a:latin typeface="Raleway"/>
                <a:ea typeface="Raleway"/>
                <a:cs typeface="Raleway"/>
                <a:sym typeface="Raleway"/>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SECTION_HEADER_1">
    <p:spTree>
      <p:nvGrpSpPr>
        <p:cNvPr id="89" name="Shape 89"/>
        <p:cNvGrpSpPr/>
        <p:nvPr/>
      </p:nvGrpSpPr>
      <p:grpSpPr>
        <a:xfrm>
          <a:off x="0" y="0"/>
          <a:ext cx="0" cy="0"/>
          <a:chOff x="0" y="0"/>
          <a:chExt cx="0" cy="0"/>
        </a:xfrm>
      </p:grpSpPr>
      <p:grpSp>
        <p:nvGrpSpPr>
          <p:cNvPr id="90" name="Google Shape;90;p14"/>
          <p:cNvGrpSpPr/>
          <p:nvPr/>
        </p:nvGrpSpPr>
        <p:grpSpPr>
          <a:xfrm>
            <a:off x="-3610824" y="-3076700"/>
            <a:ext cx="13964498" cy="11110286"/>
            <a:chOff x="-3610824" y="-3076700"/>
            <a:chExt cx="13964498" cy="11110286"/>
          </a:xfrm>
        </p:grpSpPr>
        <p:pic>
          <p:nvPicPr>
            <p:cNvPr id="91" name="Google Shape;91;p14"/>
            <p:cNvPicPr preferRelativeResize="0"/>
            <p:nvPr/>
          </p:nvPicPr>
          <p:blipFill rotWithShape="1">
            <a:blip r:embed="rId2">
              <a:alphaModFix/>
            </a:blip>
            <a:srcRect b="0" l="0" r="0" t="0"/>
            <a:stretch/>
          </p:blipFill>
          <p:spPr>
            <a:xfrm rot="10800000">
              <a:off x="-3610824" y="4327765"/>
              <a:ext cx="9144003" cy="3705821"/>
            </a:xfrm>
            <a:prstGeom prst="rect">
              <a:avLst/>
            </a:prstGeom>
            <a:noFill/>
            <a:ln>
              <a:noFill/>
            </a:ln>
          </p:spPr>
        </p:pic>
        <p:pic>
          <p:nvPicPr>
            <p:cNvPr id="92" name="Google Shape;92;p14"/>
            <p:cNvPicPr preferRelativeResize="0"/>
            <p:nvPr/>
          </p:nvPicPr>
          <p:blipFill rotWithShape="1">
            <a:blip r:embed="rId3">
              <a:alphaModFix/>
            </a:blip>
            <a:srcRect b="0" l="0" r="0" t="0"/>
            <a:stretch/>
          </p:blipFill>
          <p:spPr>
            <a:xfrm rot="10800000">
              <a:off x="4004131" y="-3076700"/>
              <a:ext cx="6349542" cy="5143501"/>
            </a:xfrm>
            <a:prstGeom prst="rect">
              <a:avLst/>
            </a:prstGeom>
            <a:noFill/>
            <a:ln>
              <a:noFill/>
            </a:ln>
          </p:spPr>
        </p:pic>
        <p:pic>
          <p:nvPicPr>
            <p:cNvPr id="93" name="Google Shape;93;p14"/>
            <p:cNvPicPr preferRelativeResize="0"/>
            <p:nvPr/>
          </p:nvPicPr>
          <p:blipFill>
            <a:blip r:embed="rId4">
              <a:alphaModFix/>
            </a:blip>
            <a:stretch>
              <a:fillRect/>
            </a:stretch>
          </p:blipFill>
          <p:spPr>
            <a:xfrm>
              <a:off x="5054830" y="2622800"/>
              <a:ext cx="4387547" cy="5143501"/>
            </a:xfrm>
            <a:prstGeom prst="rect">
              <a:avLst/>
            </a:prstGeom>
            <a:noFill/>
            <a:ln>
              <a:noFill/>
            </a:ln>
          </p:spPr>
        </p:pic>
      </p:grpSp>
      <p:sp>
        <p:nvSpPr>
          <p:cNvPr id="94" name="Google Shape;94;p14"/>
          <p:cNvSpPr txBox="1"/>
          <p:nvPr>
            <p:ph type="title"/>
          </p:nvPr>
        </p:nvSpPr>
        <p:spPr>
          <a:xfrm>
            <a:off x="713225" y="2610600"/>
            <a:ext cx="5067600" cy="954300"/>
          </a:xfrm>
          <a:prstGeom prst="rect">
            <a:avLst/>
          </a:prstGeom>
        </p:spPr>
        <p:txBody>
          <a:bodyPr anchorCtr="0" anchor="t" bIns="91425" lIns="91425" spcFirstLastPara="1" rIns="91425" wrap="square" tIns="91425">
            <a:noAutofit/>
          </a:bodyPr>
          <a:lstStyle>
            <a:lvl1pPr lvl="0" rtl="0">
              <a:spcBef>
                <a:spcPts val="0"/>
              </a:spcBef>
              <a:spcAft>
                <a:spcPts val="0"/>
              </a:spcAft>
              <a:buSzPts val="3600"/>
              <a:buNone/>
              <a:defRPr sz="50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95" name="Google Shape;95;p14"/>
          <p:cNvSpPr txBox="1"/>
          <p:nvPr>
            <p:ph hasCustomPrompt="1" idx="2" type="title"/>
          </p:nvPr>
        </p:nvSpPr>
        <p:spPr>
          <a:xfrm>
            <a:off x="713225" y="1578600"/>
            <a:ext cx="1261800" cy="1108200"/>
          </a:xfrm>
          <a:prstGeom prst="rect">
            <a:avLst/>
          </a:prstGeom>
          <a:noFill/>
        </p:spPr>
        <p:txBody>
          <a:bodyPr anchorCtr="0" anchor="b" bIns="91425" lIns="91425" spcFirstLastPara="1" rIns="91425" wrap="square" tIns="91425">
            <a:noAutofit/>
          </a:bodyPr>
          <a:lstStyle>
            <a:lvl1pPr lvl="0" rtl="0">
              <a:spcBef>
                <a:spcPts val="0"/>
              </a:spcBef>
              <a:spcAft>
                <a:spcPts val="0"/>
              </a:spcAft>
              <a:buClr>
                <a:schemeClr val="lt1"/>
              </a:buClr>
              <a:buSzPts val="6000"/>
              <a:buNone/>
              <a:defRPr sz="6000">
                <a:solidFill>
                  <a:schemeClr val="dk2"/>
                </a:solidFill>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2">
  <p:cSld name="SECTION_HEADER_1_1">
    <p:spTree>
      <p:nvGrpSpPr>
        <p:cNvPr id="96" name="Shape 96"/>
        <p:cNvGrpSpPr/>
        <p:nvPr/>
      </p:nvGrpSpPr>
      <p:grpSpPr>
        <a:xfrm>
          <a:off x="0" y="0"/>
          <a:ext cx="0" cy="0"/>
          <a:chOff x="0" y="0"/>
          <a:chExt cx="0" cy="0"/>
        </a:xfrm>
      </p:grpSpPr>
      <p:grpSp>
        <p:nvGrpSpPr>
          <p:cNvPr id="97" name="Google Shape;97;p15"/>
          <p:cNvGrpSpPr/>
          <p:nvPr/>
        </p:nvGrpSpPr>
        <p:grpSpPr>
          <a:xfrm flipH="1">
            <a:off x="-1324824" y="-3076700"/>
            <a:ext cx="13888298" cy="11110286"/>
            <a:chOff x="-3610824" y="-3076700"/>
            <a:chExt cx="13888298" cy="11110286"/>
          </a:xfrm>
        </p:grpSpPr>
        <p:pic>
          <p:nvPicPr>
            <p:cNvPr id="98" name="Google Shape;98;p15"/>
            <p:cNvPicPr preferRelativeResize="0"/>
            <p:nvPr/>
          </p:nvPicPr>
          <p:blipFill rotWithShape="1">
            <a:blip r:embed="rId2">
              <a:alphaModFix/>
            </a:blip>
            <a:srcRect b="0" l="0" r="0" t="0"/>
            <a:stretch/>
          </p:blipFill>
          <p:spPr>
            <a:xfrm rot="10800000">
              <a:off x="-3610824" y="4327765"/>
              <a:ext cx="9144003" cy="3705821"/>
            </a:xfrm>
            <a:prstGeom prst="rect">
              <a:avLst/>
            </a:prstGeom>
            <a:noFill/>
            <a:ln>
              <a:noFill/>
            </a:ln>
          </p:spPr>
        </p:pic>
        <p:pic>
          <p:nvPicPr>
            <p:cNvPr id="99" name="Google Shape;99;p15"/>
            <p:cNvPicPr preferRelativeResize="0"/>
            <p:nvPr/>
          </p:nvPicPr>
          <p:blipFill rotWithShape="1">
            <a:blip r:embed="rId3">
              <a:alphaModFix/>
            </a:blip>
            <a:srcRect b="0" l="0" r="0" t="0"/>
            <a:stretch/>
          </p:blipFill>
          <p:spPr>
            <a:xfrm rot="10800000">
              <a:off x="3927931" y="-3076700"/>
              <a:ext cx="6349542" cy="5143501"/>
            </a:xfrm>
            <a:prstGeom prst="rect">
              <a:avLst/>
            </a:prstGeom>
            <a:noFill/>
            <a:ln>
              <a:noFill/>
            </a:ln>
          </p:spPr>
        </p:pic>
        <p:pic>
          <p:nvPicPr>
            <p:cNvPr id="100" name="Google Shape;100;p15"/>
            <p:cNvPicPr preferRelativeResize="0"/>
            <p:nvPr/>
          </p:nvPicPr>
          <p:blipFill>
            <a:blip r:embed="rId4">
              <a:alphaModFix/>
            </a:blip>
            <a:stretch>
              <a:fillRect/>
            </a:stretch>
          </p:blipFill>
          <p:spPr>
            <a:xfrm>
              <a:off x="4978630" y="2318000"/>
              <a:ext cx="4387547" cy="5143501"/>
            </a:xfrm>
            <a:prstGeom prst="rect">
              <a:avLst/>
            </a:prstGeom>
            <a:noFill/>
            <a:ln>
              <a:noFill/>
            </a:ln>
          </p:spPr>
        </p:pic>
      </p:grpSp>
      <p:sp>
        <p:nvSpPr>
          <p:cNvPr id="101" name="Google Shape;101;p15"/>
          <p:cNvSpPr txBox="1"/>
          <p:nvPr>
            <p:ph type="title"/>
          </p:nvPr>
        </p:nvSpPr>
        <p:spPr>
          <a:xfrm>
            <a:off x="3363175" y="2610600"/>
            <a:ext cx="5067600" cy="954300"/>
          </a:xfrm>
          <a:prstGeom prst="rect">
            <a:avLst/>
          </a:prstGeom>
        </p:spPr>
        <p:txBody>
          <a:bodyPr anchorCtr="0" anchor="t" bIns="91425" lIns="91425" spcFirstLastPara="1" rIns="91425" wrap="square" tIns="91425">
            <a:noAutofit/>
          </a:bodyPr>
          <a:lstStyle>
            <a:lvl1pPr lvl="0" rtl="0" algn="r">
              <a:spcBef>
                <a:spcPts val="0"/>
              </a:spcBef>
              <a:spcAft>
                <a:spcPts val="0"/>
              </a:spcAft>
              <a:buSzPts val="3600"/>
              <a:buNone/>
              <a:defRPr sz="50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02" name="Google Shape;102;p15"/>
          <p:cNvSpPr txBox="1"/>
          <p:nvPr>
            <p:ph hasCustomPrompt="1" idx="2" type="title"/>
          </p:nvPr>
        </p:nvSpPr>
        <p:spPr>
          <a:xfrm>
            <a:off x="7168975" y="1578600"/>
            <a:ext cx="1261800" cy="1108200"/>
          </a:xfrm>
          <a:prstGeom prst="rect">
            <a:avLst/>
          </a:prstGeom>
          <a:noFill/>
        </p:spPr>
        <p:txBody>
          <a:bodyPr anchorCtr="0" anchor="b" bIns="91425" lIns="91425" spcFirstLastPara="1" rIns="91425" wrap="square" tIns="91425">
            <a:noAutofit/>
          </a:bodyPr>
          <a:lstStyle>
            <a:lvl1pPr lvl="0" rtl="0" algn="r">
              <a:spcBef>
                <a:spcPts val="0"/>
              </a:spcBef>
              <a:spcAft>
                <a:spcPts val="0"/>
              </a:spcAft>
              <a:buClr>
                <a:schemeClr val="lt1"/>
              </a:buClr>
              <a:buSzPts val="6000"/>
              <a:buNone/>
              <a:defRPr sz="6000">
                <a:solidFill>
                  <a:schemeClr val="dk2"/>
                </a:solidFill>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103" name="Shape 103"/>
        <p:cNvGrpSpPr/>
        <p:nvPr/>
      </p:nvGrpSpPr>
      <p:grpSpPr>
        <a:xfrm>
          <a:off x="0" y="0"/>
          <a:ext cx="0" cy="0"/>
          <a:chOff x="0" y="0"/>
          <a:chExt cx="0" cy="0"/>
        </a:xfrm>
      </p:grpSpPr>
      <p:grpSp>
        <p:nvGrpSpPr>
          <p:cNvPr id="104" name="Google Shape;104;p16"/>
          <p:cNvGrpSpPr/>
          <p:nvPr/>
        </p:nvGrpSpPr>
        <p:grpSpPr>
          <a:xfrm>
            <a:off x="-2260370" y="-3171360"/>
            <a:ext cx="14292948" cy="11899686"/>
            <a:chOff x="-2260370" y="-3171360"/>
            <a:chExt cx="14292948" cy="11899686"/>
          </a:xfrm>
        </p:grpSpPr>
        <p:pic>
          <p:nvPicPr>
            <p:cNvPr id="105" name="Google Shape;105;p16"/>
            <p:cNvPicPr preferRelativeResize="0"/>
            <p:nvPr/>
          </p:nvPicPr>
          <p:blipFill rotWithShape="1">
            <a:blip r:embed="rId2">
              <a:alphaModFix/>
            </a:blip>
            <a:srcRect b="0" l="0" r="0" t="0"/>
            <a:stretch/>
          </p:blipFill>
          <p:spPr>
            <a:xfrm flipH="1" rot="10800000">
              <a:off x="-2260370" y="-2790350"/>
              <a:ext cx="6349542" cy="5143501"/>
            </a:xfrm>
            <a:prstGeom prst="rect">
              <a:avLst/>
            </a:prstGeom>
            <a:noFill/>
            <a:ln>
              <a:noFill/>
            </a:ln>
          </p:spPr>
        </p:pic>
        <p:pic>
          <p:nvPicPr>
            <p:cNvPr id="106" name="Google Shape;106;p16"/>
            <p:cNvPicPr preferRelativeResize="0"/>
            <p:nvPr/>
          </p:nvPicPr>
          <p:blipFill>
            <a:blip r:embed="rId3">
              <a:alphaModFix/>
            </a:blip>
            <a:stretch>
              <a:fillRect/>
            </a:stretch>
          </p:blipFill>
          <p:spPr>
            <a:xfrm>
              <a:off x="4969027" y="3584825"/>
              <a:ext cx="4387547" cy="5143501"/>
            </a:xfrm>
            <a:prstGeom prst="rect">
              <a:avLst/>
            </a:prstGeom>
            <a:noFill/>
            <a:ln>
              <a:noFill/>
            </a:ln>
          </p:spPr>
        </p:pic>
        <p:pic>
          <p:nvPicPr>
            <p:cNvPr id="107" name="Google Shape;107;p16"/>
            <p:cNvPicPr preferRelativeResize="0"/>
            <p:nvPr/>
          </p:nvPicPr>
          <p:blipFill rotWithShape="1">
            <a:blip r:embed="rId4">
              <a:alphaModFix/>
            </a:blip>
            <a:srcRect b="0" l="0" r="0" t="0"/>
            <a:stretch/>
          </p:blipFill>
          <p:spPr>
            <a:xfrm>
              <a:off x="2888575" y="-3171360"/>
              <a:ext cx="9144003" cy="3705821"/>
            </a:xfrm>
            <a:prstGeom prst="rect">
              <a:avLst/>
            </a:prstGeom>
            <a:noFill/>
            <a:ln>
              <a:noFill/>
            </a:ln>
          </p:spPr>
        </p:pic>
      </p:grpSp>
      <p:sp>
        <p:nvSpPr>
          <p:cNvPr id="108" name="Google Shape;108;p16"/>
          <p:cNvSpPr txBox="1"/>
          <p:nvPr>
            <p:ph type="title"/>
          </p:nvPr>
        </p:nvSpPr>
        <p:spPr>
          <a:xfrm>
            <a:off x="1882800" y="2995350"/>
            <a:ext cx="5378400" cy="6465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p:txBody>
      </p:sp>
      <p:sp>
        <p:nvSpPr>
          <p:cNvPr id="109" name="Google Shape;109;p16"/>
          <p:cNvSpPr txBox="1"/>
          <p:nvPr>
            <p:ph idx="1" type="subTitle"/>
          </p:nvPr>
        </p:nvSpPr>
        <p:spPr>
          <a:xfrm>
            <a:off x="1145850" y="1501650"/>
            <a:ext cx="6852300" cy="1569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000"/>
              <a:buNone/>
              <a:defRPr sz="3000"/>
            </a:lvl1pPr>
            <a:lvl2pPr lvl="1" rtl="0" algn="ctr">
              <a:lnSpc>
                <a:spcPct val="100000"/>
              </a:lnSpc>
              <a:spcBef>
                <a:spcPts val="0"/>
              </a:spcBef>
              <a:spcAft>
                <a:spcPts val="0"/>
              </a:spcAft>
              <a:buSzPts val="3000"/>
              <a:buNone/>
              <a:defRPr sz="3000"/>
            </a:lvl2pPr>
            <a:lvl3pPr lvl="2" rtl="0" algn="ctr">
              <a:lnSpc>
                <a:spcPct val="100000"/>
              </a:lnSpc>
              <a:spcBef>
                <a:spcPts val="0"/>
              </a:spcBef>
              <a:spcAft>
                <a:spcPts val="0"/>
              </a:spcAft>
              <a:buSzPts val="3000"/>
              <a:buNone/>
              <a:defRPr sz="3000"/>
            </a:lvl3pPr>
            <a:lvl4pPr lvl="3" rtl="0" algn="ctr">
              <a:lnSpc>
                <a:spcPct val="100000"/>
              </a:lnSpc>
              <a:spcBef>
                <a:spcPts val="0"/>
              </a:spcBef>
              <a:spcAft>
                <a:spcPts val="0"/>
              </a:spcAft>
              <a:buSzPts val="3000"/>
              <a:buNone/>
              <a:defRPr sz="3000"/>
            </a:lvl4pPr>
            <a:lvl5pPr lvl="4" rtl="0" algn="ctr">
              <a:lnSpc>
                <a:spcPct val="100000"/>
              </a:lnSpc>
              <a:spcBef>
                <a:spcPts val="0"/>
              </a:spcBef>
              <a:spcAft>
                <a:spcPts val="0"/>
              </a:spcAft>
              <a:buSzPts val="3000"/>
              <a:buNone/>
              <a:defRPr sz="3000"/>
            </a:lvl5pPr>
            <a:lvl6pPr lvl="5" rtl="0" algn="ctr">
              <a:lnSpc>
                <a:spcPct val="100000"/>
              </a:lnSpc>
              <a:spcBef>
                <a:spcPts val="0"/>
              </a:spcBef>
              <a:spcAft>
                <a:spcPts val="0"/>
              </a:spcAft>
              <a:buSzPts val="3000"/>
              <a:buNone/>
              <a:defRPr sz="3000"/>
            </a:lvl6pPr>
            <a:lvl7pPr lvl="6" rtl="0" algn="ctr">
              <a:lnSpc>
                <a:spcPct val="100000"/>
              </a:lnSpc>
              <a:spcBef>
                <a:spcPts val="0"/>
              </a:spcBef>
              <a:spcAft>
                <a:spcPts val="0"/>
              </a:spcAft>
              <a:buSzPts val="3000"/>
              <a:buNone/>
              <a:defRPr sz="3000"/>
            </a:lvl7pPr>
            <a:lvl8pPr lvl="7" rtl="0" algn="ctr">
              <a:lnSpc>
                <a:spcPct val="100000"/>
              </a:lnSpc>
              <a:spcBef>
                <a:spcPts val="0"/>
              </a:spcBef>
              <a:spcAft>
                <a:spcPts val="0"/>
              </a:spcAft>
              <a:buSzPts val="3000"/>
              <a:buNone/>
              <a:defRPr sz="3000"/>
            </a:lvl8pPr>
            <a:lvl9pPr lvl="8" rtl="0" algn="ctr">
              <a:lnSpc>
                <a:spcPct val="100000"/>
              </a:lnSpc>
              <a:spcBef>
                <a:spcPts val="0"/>
              </a:spcBef>
              <a:spcAft>
                <a:spcPts val="0"/>
              </a:spcAft>
              <a:buSzPts val="3000"/>
              <a:buNone/>
              <a:defRPr sz="30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110" name="Shape 110"/>
        <p:cNvGrpSpPr/>
        <p:nvPr/>
      </p:nvGrpSpPr>
      <p:grpSpPr>
        <a:xfrm>
          <a:off x="0" y="0"/>
          <a:ext cx="0" cy="0"/>
          <a:chOff x="0" y="0"/>
          <a:chExt cx="0" cy="0"/>
        </a:xfrm>
      </p:grpSpPr>
      <p:grpSp>
        <p:nvGrpSpPr>
          <p:cNvPr id="111" name="Google Shape;111;p17"/>
          <p:cNvGrpSpPr/>
          <p:nvPr/>
        </p:nvGrpSpPr>
        <p:grpSpPr>
          <a:xfrm>
            <a:off x="-6941225" y="-3393700"/>
            <a:ext cx="20649172" cy="10947436"/>
            <a:chOff x="-6941225" y="-3393700"/>
            <a:chExt cx="20649172" cy="10947436"/>
          </a:xfrm>
        </p:grpSpPr>
        <p:pic>
          <p:nvPicPr>
            <p:cNvPr id="112" name="Google Shape;112;p17"/>
            <p:cNvPicPr preferRelativeResize="0"/>
            <p:nvPr/>
          </p:nvPicPr>
          <p:blipFill rotWithShape="1">
            <a:blip r:embed="rId2">
              <a:alphaModFix/>
            </a:blip>
            <a:srcRect b="0" l="0" r="0" t="0"/>
            <a:stretch/>
          </p:blipFill>
          <p:spPr>
            <a:xfrm>
              <a:off x="7358405" y="-3393700"/>
              <a:ext cx="6349542" cy="5143501"/>
            </a:xfrm>
            <a:prstGeom prst="rect">
              <a:avLst/>
            </a:prstGeom>
            <a:noFill/>
            <a:ln>
              <a:noFill/>
            </a:ln>
          </p:spPr>
        </p:pic>
        <p:pic>
          <p:nvPicPr>
            <p:cNvPr id="113" name="Google Shape;113;p17"/>
            <p:cNvPicPr preferRelativeResize="0"/>
            <p:nvPr/>
          </p:nvPicPr>
          <p:blipFill rotWithShape="1">
            <a:blip r:embed="rId3">
              <a:alphaModFix/>
            </a:blip>
            <a:srcRect b="0" l="0" r="0" t="0"/>
            <a:stretch/>
          </p:blipFill>
          <p:spPr>
            <a:xfrm flipH="1" rot="10800000">
              <a:off x="-6941225" y="3847915"/>
              <a:ext cx="9144003" cy="3705821"/>
            </a:xfrm>
            <a:prstGeom prst="rect">
              <a:avLst/>
            </a:prstGeom>
            <a:noFill/>
            <a:ln>
              <a:noFill/>
            </a:ln>
          </p:spPr>
        </p:pic>
      </p:grpSp>
      <p:sp>
        <p:nvSpPr>
          <p:cNvPr id="114" name="Google Shape;114;p1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1_1">
    <p:spTree>
      <p:nvGrpSpPr>
        <p:cNvPr id="115" name="Shape 115"/>
        <p:cNvGrpSpPr/>
        <p:nvPr/>
      </p:nvGrpSpPr>
      <p:grpSpPr>
        <a:xfrm>
          <a:off x="0" y="0"/>
          <a:ext cx="0" cy="0"/>
          <a:chOff x="0" y="0"/>
          <a:chExt cx="0" cy="0"/>
        </a:xfrm>
      </p:grpSpPr>
      <p:grpSp>
        <p:nvGrpSpPr>
          <p:cNvPr id="116" name="Google Shape;116;p18"/>
          <p:cNvGrpSpPr/>
          <p:nvPr/>
        </p:nvGrpSpPr>
        <p:grpSpPr>
          <a:xfrm>
            <a:off x="-3694018" y="-5071080"/>
            <a:ext cx="14621927" cy="12895533"/>
            <a:chOff x="-3694018" y="-5071080"/>
            <a:chExt cx="14621927" cy="12895533"/>
          </a:xfrm>
        </p:grpSpPr>
        <p:pic>
          <p:nvPicPr>
            <p:cNvPr id="117" name="Google Shape;117;p18"/>
            <p:cNvPicPr preferRelativeResize="0"/>
            <p:nvPr/>
          </p:nvPicPr>
          <p:blipFill>
            <a:blip r:embed="rId2">
              <a:alphaModFix/>
            </a:blip>
            <a:stretch>
              <a:fillRect/>
            </a:stretch>
          </p:blipFill>
          <p:spPr>
            <a:xfrm rot="376372">
              <a:off x="6272500" y="2456652"/>
              <a:ext cx="4387545" cy="5143499"/>
            </a:xfrm>
            <a:prstGeom prst="rect">
              <a:avLst/>
            </a:prstGeom>
            <a:noFill/>
            <a:ln>
              <a:noFill/>
            </a:ln>
          </p:spPr>
        </p:pic>
        <p:pic>
          <p:nvPicPr>
            <p:cNvPr id="118" name="Google Shape;118;p18"/>
            <p:cNvPicPr preferRelativeResize="0"/>
            <p:nvPr/>
          </p:nvPicPr>
          <p:blipFill rotWithShape="1">
            <a:blip r:embed="rId3">
              <a:alphaModFix/>
            </a:blip>
            <a:srcRect b="0" l="0" r="0" t="0"/>
            <a:stretch/>
          </p:blipFill>
          <p:spPr>
            <a:xfrm rot="8262288">
              <a:off x="-3637250" y="-2476685"/>
              <a:ext cx="9144003" cy="3705821"/>
            </a:xfrm>
            <a:prstGeom prst="rect">
              <a:avLst/>
            </a:prstGeom>
            <a:noFill/>
            <a:ln>
              <a:noFill/>
            </a:ln>
          </p:spPr>
        </p:pic>
      </p:grpSp>
      <p:sp>
        <p:nvSpPr>
          <p:cNvPr id="119" name="Google Shape;119;p1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TITLE_ONLY_1_1_1">
    <p:spTree>
      <p:nvGrpSpPr>
        <p:cNvPr id="120" name="Shape 120"/>
        <p:cNvGrpSpPr/>
        <p:nvPr/>
      </p:nvGrpSpPr>
      <p:grpSpPr>
        <a:xfrm>
          <a:off x="0" y="0"/>
          <a:ext cx="0" cy="0"/>
          <a:chOff x="0" y="0"/>
          <a:chExt cx="0" cy="0"/>
        </a:xfrm>
      </p:grpSpPr>
      <p:grpSp>
        <p:nvGrpSpPr>
          <p:cNvPr id="121" name="Google Shape;121;p19"/>
          <p:cNvGrpSpPr/>
          <p:nvPr/>
        </p:nvGrpSpPr>
        <p:grpSpPr>
          <a:xfrm>
            <a:off x="-5121707" y="-3896607"/>
            <a:ext cx="18958404" cy="12282396"/>
            <a:chOff x="-5121707" y="-3896607"/>
            <a:chExt cx="18958404" cy="12282396"/>
          </a:xfrm>
        </p:grpSpPr>
        <p:pic>
          <p:nvPicPr>
            <p:cNvPr id="122" name="Google Shape;122;p19"/>
            <p:cNvPicPr preferRelativeResize="0"/>
            <p:nvPr/>
          </p:nvPicPr>
          <p:blipFill rotWithShape="1">
            <a:blip r:embed="rId2">
              <a:alphaModFix/>
            </a:blip>
            <a:srcRect b="0" l="0" r="0" t="0"/>
            <a:stretch/>
          </p:blipFill>
          <p:spPr>
            <a:xfrm flipH="1" rot="-6886526">
              <a:off x="6996455" y="-2508075"/>
              <a:ext cx="6349545" cy="5143503"/>
            </a:xfrm>
            <a:prstGeom prst="rect">
              <a:avLst/>
            </a:prstGeom>
            <a:noFill/>
            <a:ln>
              <a:noFill/>
            </a:ln>
          </p:spPr>
        </p:pic>
        <p:pic>
          <p:nvPicPr>
            <p:cNvPr id="123" name="Google Shape;123;p19"/>
            <p:cNvPicPr preferRelativeResize="0"/>
            <p:nvPr/>
          </p:nvPicPr>
          <p:blipFill rotWithShape="1">
            <a:blip r:embed="rId3">
              <a:alphaModFix/>
            </a:blip>
            <a:srcRect b="0" l="0" r="0" t="0"/>
            <a:stretch/>
          </p:blipFill>
          <p:spPr>
            <a:xfrm rot="2969597">
              <a:off x="-5315200" y="1853115"/>
              <a:ext cx="9144002" cy="3705821"/>
            </a:xfrm>
            <a:prstGeom prst="rect">
              <a:avLst/>
            </a:prstGeom>
            <a:noFill/>
            <a:ln>
              <a:noFill/>
            </a:ln>
          </p:spPr>
        </p:pic>
      </p:grpSp>
      <p:sp>
        <p:nvSpPr>
          <p:cNvPr id="124" name="Google Shape;124;p1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125" name="Shape 125"/>
        <p:cNvGrpSpPr/>
        <p:nvPr/>
      </p:nvGrpSpPr>
      <p:grpSpPr>
        <a:xfrm>
          <a:off x="0" y="0"/>
          <a:ext cx="0" cy="0"/>
          <a:chOff x="0" y="0"/>
          <a:chExt cx="0" cy="0"/>
        </a:xfrm>
      </p:grpSpPr>
      <p:pic>
        <p:nvPicPr>
          <p:cNvPr id="126" name="Google Shape;126;p20"/>
          <p:cNvPicPr preferRelativeResize="0"/>
          <p:nvPr/>
        </p:nvPicPr>
        <p:blipFill rotWithShape="1">
          <a:blip r:embed="rId2">
            <a:alphaModFix/>
          </a:blip>
          <a:srcRect b="0" l="0" r="0" t="0"/>
          <a:stretch/>
        </p:blipFill>
        <p:spPr>
          <a:xfrm rot="-8986821">
            <a:off x="-4910578" y="3999905"/>
            <a:ext cx="9144003" cy="3705822"/>
          </a:xfrm>
          <a:prstGeom prst="rect">
            <a:avLst/>
          </a:prstGeom>
          <a:noFill/>
          <a:ln>
            <a:noFill/>
          </a:ln>
        </p:spPr>
      </p:pic>
      <p:sp>
        <p:nvSpPr>
          <p:cNvPr id="127" name="Google Shape;127;p20"/>
          <p:cNvSpPr txBox="1"/>
          <p:nvPr>
            <p:ph type="title"/>
          </p:nvPr>
        </p:nvSpPr>
        <p:spPr>
          <a:xfrm>
            <a:off x="720000" y="1455450"/>
            <a:ext cx="3824700" cy="15699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28" name="Google Shape;128;p20"/>
          <p:cNvSpPr txBox="1"/>
          <p:nvPr>
            <p:ph idx="1" type="subTitle"/>
          </p:nvPr>
        </p:nvSpPr>
        <p:spPr>
          <a:xfrm>
            <a:off x="720000" y="2949150"/>
            <a:ext cx="3824700" cy="738900"/>
          </a:xfrm>
          <a:prstGeom prst="rect">
            <a:avLst/>
          </a:prstGeom>
        </p:spPr>
        <p:txBody>
          <a:bodyPr anchorCtr="0" anchor="t" bIns="91425" lIns="91425" spcFirstLastPara="1" rIns="91425" wrap="square" tIns="91425">
            <a:noAutofit/>
          </a:bodyPr>
          <a:lstStyle>
            <a:lvl1pPr lvl="0" rtl="0">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29" name="Google Shape;129;p20"/>
          <p:cNvSpPr/>
          <p:nvPr>
            <p:ph idx="2" type="pic"/>
          </p:nvPr>
        </p:nvSpPr>
        <p:spPr>
          <a:xfrm>
            <a:off x="5257800" y="0"/>
            <a:ext cx="3886200" cy="5148000"/>
          </a:xfrm>
          <a:prstGeom prst="rect">
            <a:avLst/>
          </a:prstGeom>
          <a:noFill/>
          <a:ln>
            <a:noFill/>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130" name="Shape 130"/>
        <p:cNvGrpSpPr/>
        <p:nvPr/>
      </p:nvGrpSpPr>
      <p:grpSpPr>
        <a:xfrm>
          <a:off x="0" y="0"/>
          <a:ext cx="0" cy="0"/>
          <a:chOff x="0" y="0"/>
          <a:chExt cx="0" cy="0"/>
        </a:xfrm>
      </p:grpSpPr>
      <p:grpSp>
        <p:nvGrpSpPr>
          <p:cNvPr id="131" name="Google Shape;131;p21"/>
          <p:cNvGrpSpPr/>
          <p:nvPr/>
        </p:nvGrpSpPr>
        <p:grpSpPr>
          <a:xfrm>
            <a:off x="-5950625" y="-3546100"/>
            <a:ext cx="19201372" cy="10947436"/>
            <a:chOff x="-5950625" y="-3546100"/>
            <a:chExt cx="19201372" cy="10947436"/>
          </a:xfrm>
        </p:grpSpPr>
        <p:pic>
          <p:nvPicPr>
            <p:cNvPr id="132" name="Google Shape;132;p21"/>
            <p:cNvPicPr preferRelativeResize="0"/>
            <p:nvPr/>
          </p:nvPicPr>
          <p:blipFill rotWithShape="1">
            <a:blip r:embed="rId2">
              <a:alphaModFix/>
            </a:blip>
            <a:srcRect b="0" l="0" r="0" t="0"/>
            <a:stretch/>
          </p:blipFill>
          <p:spPr>
            <a:xfrm>
              <a:off x="6901205" y="-3546100"/>
              <a:ext cx="6349542" cy="5143501"/>
            </a:xfrm>
            <a:prstGeom prst="rect">
              <a:avLst/>
            </a:prstGeom>
            <a:noFill/>
            <a:ln>
              <a:noFill/>
            </a:ln>
          </p:spPr>
        </p:pic>
        <p:pic>
          <p:nvPicPr>
            <p:cNvPr id="133" name="Google Shape;133;p21"/>
            <p:cNvPicPr preferRelativeResize="0"/>
            <p:nvPr/>
          </p:nvPicPr>
          <p:blipFill rotWithShape="1">
            <a:blip r:embed="rId3">
              <a:alphaModFix/>
            </a:blip>
            <a:srcRect b="0" l="0" r="0" t="0"/>
            <a:stretch/>
          </p:blipFill>
          <p:spPr>
            <a:xfrm flipH="1" rot="10800000">
              <a:off x="-5950625" y="3695515"/>
              <a:ext cx="9144003" cy="3705821"/>
            </a:xfrm>
            <a:prstGeom prst="rect">
              <a:avLst/>
            </a:prstGeom>
            <a:noFill/>
            <a:ln>
              <a:noFill/>
            </a:ln>
          </p:spPr>
        </p:pic>
      </p:grpSp>
      <p:sp>
        <p:nvSpPr>
          <p:cNvPr id="134" name="Google Shape;134;p21"/>
          <p:cNvSpPr txBox="1"/>
          <p:nvPr>
            <p:ph type="title"/>
          </p:nvPr>
        </p:nvSpPr>
        <p:spPr>
          <a:xfrm>
            <a:off x="713225" y="1686300"/>
            <a:ext cx="3312000" cy="11082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35" name="Google Shape;135;p21"/>
          <p:cNvSpPr txBox="1"/>
          <p:nvPr>
            <p:ph idx="1" type="subTitle"/>
          </p:nvPr>
        </p:nvSpPr>
        <p:spPr>
          <a:xfrm>
            <a:off x="713225" y="2718300"/>
            <a:ext cx="3312000" cy="738900"/>
          </a:xfrm>
          <a:prstGeom prst="rect">
            <a:avLst/>
          </a:prstGeom>
        </p:spPr>
        <p:txBody>
          <a:bodyPr anchorCtr="0" anchor="t" bIns="91425" lIns="91425" spcFirstLastPara="1" rIns="91425" wrap="square" tIns="91425">
            <a:noAutofit/>
          </a:bodyPr>
          <a:lstStyle>
            <a:lvl1pPr lvl="0" rtl="0">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1">
    <p:spTree>
      <p:nvGrpSpPr>
        <p:cNvPr id="136" name="Shape 136"/>
        <p:cNvGrpSpPr/>
        <p:nvPr/>
      </p:nvGrpSpPr>
      <p:grpSpPr>
        <a:xfrm>
          <a:off x="0" y="0"/>
          <a:ext cx="0" cy="0"/>
          <a:chOff x="0" y="0"/>
          <a:chExt cx="0" cy="0"/>
        </a:xfrm>
      </p:grpSpPr>
      <p:grpSp>
        <p:nvGrpSpPr>
          <p:cNvPr id="137" name="Google Shape;137;p22"/>
          <p:cNvGrpSpPr/>
          <p:nvPr/>
        </p:nvGrpSpPr>
        <p:grpSpPr>
          <a:xfrm>
            <a:off x="-3447082" y="-4551434"/>
            <a:ext cx="14122109" cy="12508820"/>
            <a:chOff x="-3447082" y="-4551434"/>
            <a:chExt cx="14122109" cy="12508820"/>
          </a:xfrm>
        </p:grpSpPr>
        <p:pic>
          <p:nvPicPr>
            <p:cNvPr id="138" name="Google Shape;138;p22"/>
            <p:cNvPicPr preferRelativeResize="0"/>
            <p:nvPr/>
          </p:nvPicPr>
          <p:blipFill>
            <a:blip r:embed="rId2">
              <a:alphaModFix/>
            </a:blip>
            <a:stretch>
              <a:fillRect/>
            </a:stretch>
          </p:blipFill>
          <p:spPr>
            <a:xfrm flipH="1" rot="-2700000">
              <a:off x="-2271122" y="-3753450"/>
              <a:ext cx="4387544" cy="5143498"/>
            </a:xfrm>
            <a:prstGeom prst="rect">
              <a:avLst/>
            </a:prstGeom>
            <a:noFill/>
            <a:ln>
              <a:noFill/>
            </a:ln>
          </p:spPr>
        </p:pic>
        <p:pic>
          <p:nvPicPr>
            <p:cNvPr id="139" name="Google Shape;139;p22"/>
            <p:cNvPicPr preferRelativeResize="0"/>
            <p:nvPr/>
          </p:nvPicPr>
          <p:blipFill rotWithShape="1">
            <a:blip r:embed="rId3">
              <a:alphaModFix/>
            </a:blip>
            <a:srcRect b="0" l="0" r="0" t="0"/>
            <a:stretch/>
          </p:blipFill>
          <p:spPr>
            <a:xfrm flipH="1" rot="10800000">
              <a:off x="1531025" y="4251565"/>
              <a:ext cx="9144003" cy="3705821"/>
            </a:xfrm>
            <a:prstGeom prst="rect">
              <a:avLst/>
            </a:prstGeom>
            <a:noFill/>
            <a:ln>
              <a:noFill/>
            </a:ln>
          </p:spPr>
        </p:pic>
      </p:grpSp>
      <p:sp>
        <p:nvSpPr>
          <p:cNvPr id="140" name="Google Shape;140;p22"/>
          <p:cNvSpPr txBox="1"/>
          <p:nvPr>
            <p:ph type="title"/>
          </p:nvPr>
        </p:nvSpPr>
        <p:spPr>
          <a:xfrm>
            <a:off x="4412839" y="1919450"/>
            <a:ext cx="3593400" cy="646500"/>
          </a:xfrm>
          <a:prstGeom prst="rect">
            <a:avLst/>
          </a:prstGeom>
        </p:spPr>
        <p:txBody>
          <a:bodyPr anchorCtr="0" anchor="t" bIns="91425" lIns="91425" spcFirstLastPara="1" rIns="91425" wrap="square" tIns="91425">
            <a:noAutofit/>
          </a:bodyPr>
          <a:lstStyle>
            <a:lvl1pPr lvl="0" rtl="0" algn="r">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41" name="Google Shape;141;p22"/>
          <p:cNvSpPr txBox="1"/>
          <p:nvPr>
            <p:ph idx="1" type="subTitle"/>
          </p:nvPr>
        </p:nvSpPr>
        <p:spPr>
          <a:xfrm>
            <a:off x="4413010" y="2485150"/>
            <a:ext cx="3593400" cy="738900"/>
          </a:xfrm>
          <a:prstGeom prst="rect">
            <a:avLst/>
          </a:prstGeom>
        </p:spPr>
        <p:txBody>
          <a:bodyPr anchorCtr="0" anchor="t" bIns="91425" lIns="91425" spcFirstLastPara="1" rIns="91425" wrap="square" tIns="91425">
            <a:noAutofit/>
          </a:bodyPr>
          <a:lstStyle>
            <a:lvl1pPr lvl="0" rtl="0" algn="r">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4_2">
    <p:spTree>
      <p:nvGrpSpPr>
        <p:cNvPr id="142" name="Shape 142"/>
        <p:cNvGrpSpPr/>
        <p:nvPr/>
      </p:nvGrpSpPr>
      <p:grpSpPr>
        <a:xfrm>
          <a:off x="0" y="0"/>
          <a:ext cx="0" cy="0"/>
          <a:chOff x="0" y="0"/>
          <a:chExt cx="0" cy="0"/>
        </a:xfrm>
      </p:grpSpPr>
      <p:grpSp>
        <p:nvGrpSpPr>
          <p:cNvPr id="143" name="Google Shape;143;p23"/>
          <p:cNvGrpSpPr/>
          <p:nvPr/>
        </p:nvGrpSpPr>
        <p:grpSpPr>
          <a:xfrm>
            <a:off x="-4816000" y="-3066585"/>
            <a:ext cx="17191922" cy="11191412"/>
            <a:chOff x="-4816000" y="-3066585"/>
            <a:chExt cx="17191922" cy="11191412"/>
          </a:xfrm>
        </p:grpSpPr>
        <p:pic>
          <p:nvPicPr>
            <p:cNvPr id="144" name="Google Shape;144;p23"/>
            <p:cNvPicPr preferRelativeResize="0"/>
            <p:nvPr/>
          </p:nvPicPr>
          <p:blipFill rotWithShape="1">
            <a:blip r:embed="rId2">
              <a:alphaModFix/>
            </a:blip>
            <a:srcRect b="0" l="0" r="0" t="0"/>
            <a:stretch/>
          </p:blipFill>
          <p:spPr>
            <a:xfrm flipH="1">
              <a:off x="6026380" y="2981325"/>
              <a:ext cx="6349542" cy="5143501"/>
            </a:xfrm>
            <a:prstGeom prst="rect">
              <a:avLst/>
            </a:prstGeom>
            <a:noFill/>
            <a:ln>
              <a:noFill/>
            </a:ln>
          </p:spPr>
        </p:pic>
        <p:pic>
          <p:nvPicPr>
            <p:cNvPr id="145" name="Google Shape;145;p23"/>
            <p:cNvPicPr preferRelativeResize="0"/>
            <p:nvPr/>
          </p:nvPicPr>
          <p:blipFill rotWithShape="1">
            <a:blip r:embed="rId3">
              <a:alphaModFix/>
            </a:blip>
            <a:srcRect b="0" l="0" r="0" t="0"/>
            <a:stretch/>
          </p:blipFill>
          <p:spPr>
            <a:xfrm flipH="1">
              <a:off x="-762000" y="-3066585"/>
              <a:ext cx="9144003" cy="3705821"/>
            </a:xfrm>
            <a:prstGeom prst="rect">
              <a:avLst/>
            </a:prstGeom>
            <a:noFill/>
            <a:ln>
              <a:noFill/>
            </a:ln>
          </p:spPr>
        </p:pic>
        <p:pic>
          <p:nvPicPr>
            <p:cNvPr id="146" name="Google Shape;146;p23"/>
            <p:cNvPicPr preferRelativeResize="0"/>
            <p:nvPr/>
          </p:nvPicPr>
          <p:blipFill rotWithShape="1">
            <a:blip r:embed="rId3">
              <a:alphaModFix/>
            </a:blip>
            <a:srcRect b="0" l="0" r="0" t="0"/>
            <a:stretch/>
          </p:blipFill>
          <p:spPr>
            <a:xfrm flipH="1" rot="10800000">
              <a:off x="-4816000" y="4251565"/>
              <a:ext cx="9144003" cy="3705821"/>
            </a:xfrm>
            <a:prstGeom prst="rect">
              <a:avLst/>
            </a:prstGeom>
            <a:noFill/>
            <a:ln>
              <a:noFill/>
            </a:ln>
          </p:spPr>
        </p:pic>
      </p:grpSp>
      <p:sp>
        <p:nvSpPr>
          <p:cNvPr id="147" name="Google Shape;147;p23"/>
          <p:cNvSpPr txBox="1"/>
          <p:nvPr>
            <p:ph type="title"/>
          </p:nvPr>
        </p:nvSpPr>
        <p:spPr>
          <a:xfrm>
            <a:off x="1319058" y="2009550"/>
            <a:ext cx="4012200" cy="6465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48" name="Google Shape;148;p23"/>
          <p:cNvSpPr txBox="1"/>
          <p:nvPr>
            <p:ph idx="1" type="subTitle"/>
          </p:nvPr>
        </p:nvSpPr>
        <p:spPr>
          <a:xfrm>
            <a:off x="1319058" y="2579850"/>
            <a:ext cx="4012200" cy="554100"/>
          </a:xfrm>
          <a:prstGeom prst="rect">
            <a:avLst/>
          </a:prstGeom>
        </p:spPr>
        <p:txBody>
          <a:bodyPr anchorCtr="0" anchor="t" bIns="91425" lIns="91425" spcFirstLastPara="1" rIns="91425" wrap="square" tIns="91425">
            <a:noAutofit/>
          </a:bodyPr>
          <a:lstStyle>
            <a:lvl1pPr lvl="0" rtl="0">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4">
  <p:cSld name="CUSTOM_4_2_1">
    <p:spTree>
      <p:nvGrpSpPr>
        <p:cNvPr id="149" name="Shape 149"/>
        <p:cNvGrpSpPr/>
        <p:nvPr/>
      </p:nvGrpSpPr>
      <p:grpSpPr>
        <a:xfrm>
          <a:off x="0" y="0"/>
          <a:ext cx="0" cy="0"/>
          <a:chOff x="0" y="0"/>
          <a:chExt cx="0" cy="0"/>
        </a:xfrm>
      </p:grpSpPr>
      <p:sp>
        <p:nvSpPr>
          <p:cNvPr id="150" name="Google Shape;150;p24"/>
          <p:cNvSpPr txBox="1"/>
          <p:nvPr>
            <p:ph type="title"/>
          </p:nvPr>
        </p:nvSpPr>
        <p:spPr>
          <a:xfrm>
            <a:off x="721389" y="448056"/>
            <a:ext cx="7708500" cy="576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51" name="Google Shape;151;p24"/>
          <p:cNvSpPr txBox="1"/>
          <p:nvPr>
            <p:ph idx="1" type="body"/>
          </p:nvPr>
        </p:nvSpPr>
        <p:spPr>
          <a:xfrm>
            <a:off x="714113" y="1248250"/>
            <a:ext cx="7708800" cy="9954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Clr>
                <a:srgbClr val="152933"/>
              </a:buClr>
              <a:buSzPts val="1200"/>
              <a:buFont typeface="Nunito"/>
              <a:buChar char="●"/>
              <a:defRPr/>
            </a:lvl1pPr>
            <a:lvl2pPr indent="-304800" lvl="1" marL="914400" rtl="0">
              <a:spcBef>
                <a:spcPts val="0"/>
              </a:spcBef>
              <a:spcAft>
                <a:spcPts val="0"/>
              </a:spcAft>
              <a:buClr>
                <a:srgbClr val="152933"/>
              </a:buClr>
              <a:buSzPts val="1200"/>
              <a:buFont typeface="Nunito"/>
              <a:buChar char="○"/>
              <a:defRPr/>
            </a:lvl2pPr>
            <a:lvl3pPr indent="-304800" lvl="2" marL="1371600" rtl="0">
              <a:spcBef>
                <a:spcPts val="0"/>
              </a:spcBef>
              <a:spcAft>
                <a:spcPts val="0"/>
              </a:spcAft>
              <a:buClr>
                <a:srgbClr val="152933"/>
              </a:buClr>
              <a:buSzPts val="1200"/>
              <a:buFont typeface="Nunito"/>
              <a:buChar char="■"/>
              <a:defRPr/>
            </a:lvl3pPr>
            <a:lvl4pPr indent="-304800" lvl="3" marL="1828800" rtl="0">
              <a:spcBef>
                <a:spcPts val="0"/>
              </a:spcBef>
              <a:spcAft>
                <a:spcPts val="0"/>
              </a:spcAft>
              <a:buClr>
                <a:srgbClr val="152933"/>
              </a:buClr>
              <a:buSzPts val="1200"/>
              <a:buFont typeface="Nunito"/>
              <a:buChar char="●"/>
              <a:defRPr/>
            </a:lvl4pPr>
            <a:lvl5pPr indent="-304800" lvl="4" marL="2286000" rtl="0">
              <a:spcBef>
                <a:spcPts val="0"/>
              </a:spcBef>
              <a:spcAft>
                <a:spcPts val="0"/>
              </a:spcAft>
              <a:buClr>
                <a:srgbClr val="152933"/>
              </a:buClr>
              <a:buSzPts val="1200"/>
              <a:buFont typeface="Nunito"/>
              <a:buChar char="○"/>
              <a:defRPr/>
            </a:lvl5pPr>
            <a:lvl6pPr indent="-304800" lvl="5" marL="2743200" rtl="0">
              <a:spcBef>
                <a:spcPts val="0"/>
              </a:spcBef>
              <a:spcAft>
                <a:spcPts val="0"/>
              </a:spcAft>
              <a:buClr>
                <a:srgbClr val="152933"/>
              </a:buClr>
              <a:buSzPts val="1200"/>
              <a:buFont typeface="Nunito"/>
              <a:buChar char="■"/>
              <a:defRPr/>
            </a:lvl6pPr>
            <a:lvl7pPr indent="-304800" lvl="6" marL="3200400" rtl="0">
              <a:spcBef>
                <a:spcPts val="0"/>
              </a:spcBef>
              <a:spcAft>
                <a:spcPts val="0"/>
              </a:spcAft>
              <a:buClr>
                <a:srgbClr val="152933"/>
              </a:buClr>
              <a:buSzPts val="1200"/>
              <a:buFont typeface="Nunito"/>
              <a:buChar char="●"/>
              <a:defRPr/>
            </a:lvl7pPr>
            <a:lvl8pPr indent="-304800" lvl="7" marL="3657600" rtl="0">
              <a:spcBef>
                <a:spcPts val="0"/>
              </a:spcBef>
              <a:spcAft>
                <a:spcPts val="0"/>
              </a:spcAft>
              <a:buClr>
                <a:srgbClr val="152933"/>
              </a:buClr>
              <a:buSzPts val="1200"/>
              <a:buFont typeface="Nunito"/>
              <a:buChar char="○"/>
              <a:defRPr/>
            </a:lvl8pPr>
            <a:lvl9pPr indent="-304800" lvl="8" marL="4114800" rtl="0">
              <a:spcBef>
                <a:spcPts val="0"/>
              </a:spcBef>
              <a:spcAft>
                <a:spcPts val="0"/>
              </a:spcAft>
              <a:buClr>
                <a:srgbClr val="152933"/>
              </a:buClr>
              <a:buSzPts val="1200"/>
              <a:buFont typeface="Nunito"/>
              <a:buChar char="■"/>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152" name="Shape 152"/>
        <p:cNvGrpSpPr/>
        <p:nvPr/>
      </p:nvGrpSpPr>
      <p:grpSpPr>
        <a:xfrm>
          <a:off x="0" y="0"/>
          <a:ext cx="0" cy="0"/>
          <a:chOff x="0" y="0"/>
          <a:chExt cx="0" cy="0"/>
        </a:xfrm>
      </p:grpSpPr>
      <p:grpSp>
        <p:nvGrpSpPr>
          <p:cNvPr id="153" name="Google Shape;153;p25"/>
          <p:cNvGrpSpPr/>
          <p:nvPr/>
        </p:nvGrpSpPr>
        <p:grpSpPr>
          <a:xfrm>
            <a:off x="-3370882" y="-4551434"/>
            <a:ext cx="16760534" cy="12565970"/>
            <a:chOff x="-3370882" y="-4551434"/>
            <a:chExt cx="16760534" cy="12565970"/>
          </a:xfrm>
        </p:grpSpPr>
        <p:pic>
          <p:nvPicPr>
            <p:cNvPr id="154" name="Google Shape;154;p25"/>
            <p:cNvPicPr preferRelativeResize="0"/>
            <p:nvPr/>
          </p:nvPicPr>
          <p:blipFill>
            <a:blip r:embed="rId2">
              <a:alphaModFix/>
            </a:blip>
            <a:stretch>
              <a:fillRect/>
            </a:stretch>
          </p:blipFill>
          <p:spPr>
            <a:xfrm flipH="1" rot="-2700000">
              <a:off x="-2194922" y="-3753450"/>
              <a:ext cx="4387544" cy="5143498"/>
            </a:xfrm>
            <a:prstGeom prst="rect">
              <a:avLst/>
            </a:prstGeom>
            <a:noFill/>
            <a:ln>
              <a:noFill/>
            </a:ln>
          </p:spPr>
        </p:pic>
        <p:pic>
          <p:nvPicPr>
            <p:cNvPr id="155" name="Google Shape;155;p25"/>
            <p:cNvPicPr preferRelativeResize="0"/>
            <p:nvPr/>
          </p:nvPicPr>
          <p:blipFill rotWithShape="1">
            <a:blip r:embed="rId3">
              <a:alphaModFix/>
            </a:blip>
            <a:srcRect b="0" l="0" r="0" t="0"/>
            <a:stretch/>
          </p:blipFill>
          <p:spPr>
            <a:xfrm flipH="1" rot="10800000">
              <a:off x="4245650" y="4308715"/>
              <a:ext cx="9144003" cy="3705821"/>
            </a:xfrm>
            <a:prstGeom prst="rect">
              <a:avLst/>
            </a:prstGeom>
            <a:noFill/>
            <a:ln>
              <a:noFill/>
            </a:ln>
          </p:spPr>
        </p:pic>
      </p:grpSp>
      <p:sp>
        <p:nvSpPr>
          <p:cNvPr id="156" name="Google Shape;156;p2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57" name="Google Shape;157;p25"/>
          <p:cNvSpPr txBox="1"/>
          <p:nvPr>
            <p:ph idx="1" type="subTitle"/>
          </p:nvPr>
        </p:nvSpPr>
        <p:spPr>
          <a:xfrm>
            <a:off x="4898325" y="2188025"/>
            <a:ext cx="2460900" cy="16623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200"/>
              <a:buNone/>
              <a:defRPr b="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58" name="Google Shape;158;p25"/>
          <p:cNvSpPr txBox="1"/>
          <p:nvPr>
            <p:ph idx="2" type="subTitle"/>
          </p:nvPr>
        </p:nvSpPr>
        <p:spPr>
          <a:xfrm>
            <a:off x="1784750" y="2188025"/>
            <a:ext cx="2460900" cy="16623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200"/>
              <a:buNone/>
              <a:defRPr b="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59" name="Google Shape;159;p25"/>
          <p:cNvSpPr txBox="1"/>
          <p:nvPr>
            <p:ph idx="3" type="subTitle"/>
          </p:nvPr>
        </p:nvSpPr>
        <p:spPr>
          <a:xfrm>
            <a:off x="1784751" y="1771625"/>
            <a:ext cx="2460900" cy="49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Bebas Neue"/>
              <a:buNone/>
              <a:defRPr b="1" sz="2000">
                <a:solidFill>
                  <a:schemeClr val="dk1"/>
                </a:solidFill>
                <a:latin typeface="Raleway"/>
                <a:ea typeface="Raleway"/>
                <a:cs typeface="Raleway"/>
                <a:sym typeface="Raleway"/>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60" name="Google Shape;160;p25"/>
          <p:cNvSpPr txBox="1"/>
          <p:nvPr>
            <p:ph idx="4" type="subTitle"/>
          </p:nvPr>
        </p:nvSpPr>
        <p:spPr>
          <a:xfrm>
            <a:off x="4898350" y="1771625"/>
            <a:ext cx="2460900" cy="49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Bebas Neue"/>
              <a:buNone/>
              <a:defRPr b="1" sz="2000">
                <a:solidFill>
                  <a:schemeClr val="dk1"/>
                </a:solidFill>
                <a:latin typeface="Raleway"/>
                <a:ea typeface="Raleway"/>
                <a:cs typeface="Raleway"/>
                <a:sym typeface="Raleway"/>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_1">
    <p:spTree>
      <p:nvGrpSpPr>
        <p:cNvPr id="161" name="Shape 161"/>
        <p:cNvGrpSpPr/>
        <p:nvPr/>
      </p:nvGrpSpPr>
      <p:grpSpPr>
        <a:xfrm>
          <a:off x="0" y="0"/>
          <a:ext cx="0" cy="0"/>
          <a:chOff x="0" y="0"/>
          <a:chExt cx="0" cy="0"/>
        </a:xfrm>
      </p:grpSpPr>
      <p:grpSp>
        <p:nvGrpSpPr>
          <p:cNvPr id="162" name="Google Shape;162;p26"/>
          <p:cNvGrpSpPr/>
          <p:nvPr/>
        </p:nvGrpSpPr>
        <p:grpSpPr>
          <a:xfrm>
            <a:off x="-5121707" y="-3896607"/>
            <a:ext cx="18958404" cy="12282396"/>
            <a:chOff x="-5121707" y="-3896607"/>
            <a:chExt cx="18958404" cy="12282396"/>
          </a:xfrm>
        </p:grpSpPr>
        <p:pic>
          <p:nvPicPr>
            <p:cNvPr id="163" name="Google Shape;163;p26"/>
            <p:cNvPicPr preferRelativeResize="0"/>
            <p:nvPr/>
          </p:nvPicPr>
          <p:blipFill rotWithShape="1">
            <a:blip r:embed="rId2">
              <a:alphaModFix/>
            </a:blip>
            <a:srcRect b="0" l="0" r="0" t="0"/>
            <a:stretch/>
          </p:blipFill>
          <p:spPr>
            <a:xfrm flipH="1" rot="-6886526">
              <a:off x="6996455" y="-2508075"/>
              <a:ext cx="6349545" cy="5143503"/>
            </a:xfrm>
            <a:prstGeom prst="rect">
              <a:avLst/>
            </a:prstGeom>
            <a:noFill/>
            <a:ln>
              <a:noFill/>
            </a:ln>
          </p:spPr>
        </p:pic>
        <p:pic>
          <p:nvPicPr>
            <p:cNvPr id="164" name="Google Shape;164;p26"/>
            <p:cNvPicPr preferRelativeResize="0"/>
            <p:nvPr/>
          </p:nvPicPr>
          <p:blipFill rotWithShape="1">
            <a:blip r:embed="rId3">
              <a:alphaModFix/>
            </a:blip>
            <a:srcRect b="0" l="0" r="0" t="0"/>
            <a:stretch/>
          </p:blipFill>
          <p:spPr>
            <a:xfrm rot="2969597">
              <a:off x="-5315200" y="1853115"/>
              <a:ext cx="9144002" cy="3705821"/>
            </a:xfrm>
            <a:prstGeom prst="rect">
              <a:avLst/>
            </a:prstGeom>
            <a:noFill/>
            <a:ln>
              <a:noFill/>
            </a:ln>
          </p:spPr>
        </p:pic>
      </p:grpSp>
      <p:sp>
        <p:nvSpPr>
          <p:cNvPr id="165" name="Google Shape;165;p2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66" name="Google Shape;166;p26"/>
          <p:cNvSpPr txBox="1"/>
          <p:nvPr>
            <p:ph idx="1" type="subTitle"/>
          </p:nvPr>
        </p:nvSpPr>
        <p:spPr>
          <a:xfrm>
            <a:off x="4764002" y="1794875"/>
            <a:ext cx="3095400" cy="20319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200"/>
              <a:buNone/>
              <a:defRPr b="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67" name="Google Shape;167;p26"/>
          <p:cNvSpPr txBox="1"/>
          <p:nvPr>
            <p:ph idx="2" type="subTitle"/>
          </p:nvPr>
        </p:nvSpPr>
        <p:spPr>
          <a:xfrm>
            <a:off x="1284598" y="1794875"/>
            <a:ext cx="3095400" cy="20319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200"/>
              <a:buNone/>
              <a:defRPr b="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3">
  <p:cSld name="TITLE_AND_TWO_COLUMNS_1_1_1">
    <p:spTree>
      <p:nvGrpSpPr>
        <p:cNvPr id="168" name="Shape 168"/>
        <p:cNvGrpSpPr/>
        <p:nvPr/>
      </p:nvGrpSpPr>
      <p:grpSpPr>
        <a:xfrm>
          <a:off x="0" y="0"/>
          <a:ext cx="0" cy="0"/>
          <a:chOff x="0" y="0"/>
          <a:chExt cx="0" cy="0"/>
        </a:xfrm>
      </p:grpSpPr>
      <p:grpSp>
        <p:nvGrpSpPr>
          <p:cNvPr id="169" name="Google Shape;169;p27"/>
          <p:cNvGrpSpPr/>
          <p:nvPr/>
        </p:nvGrpSpPr>
        <p:grpSpPr>
          <a:xfrm>
            <a:off x="-2013950" y="-2872300"/>
            <a:ext cx="9144003" cy="10883236"/>
            <a:chOff x="-2013950" y="-2872300"/>
            <a:chExt cx="9144003" cy="10883236"/>
          </a:xfrm>
        </p:grpSpPr>
        <p:pic>
          <p:nvPicPr>
            <p:cNvPr id="170" name="Google Shape;170;p27"/>
            <p:cNvPicPr preferRelativeResize="0"/>
            <p:nvPr/>
          </p:nvPicPr>
          <p:blipFill>
            <a:blip r:embed="rId2">
              <a:alphaModFix/>
            </a:blip>
            <a:stretch>
              <a:fillRect/>
            </a:stretch>
          </p:blipFill>
          <p:spPr>
            <a:xfrm rot="10800000">
              <a:off x="-1480548" y="-2872300"/>
              <a:ext cx="4387547" cy="5143501"/>
            </a:xfrm>
            <a:prstGeom prst="rect">
              <a:avLst/>
            </a:prstGeom>
            <a:noFill/>
            <a:ln>
              <a:noFill/>
            </a:ln>
          </p:spPr>
        </p:pic>
        <p:pic>
          <p:nvPicPr>
            <p:cNvPr id="171" name="Google Shape;171;p27"/>
            <p:cNvPicPr preferRelativeResize="0"/>
            <p:nvPr/>
          </p:nvPicPr>
          <p:blipFill rotWithShape="1">
            <a:blip r:embed="rId3">
              <a:alphaModFix/>
            </a:blip>
            <a:srcRect b="0" l="0" r="0" t="0"/>
            <a:stretch/>
          </p:blipFill>
          <p:spPr>
            <a:xfrm flipH="1" rot="10800000">
              <a:off x="-2013950" y="4305115"/>
              <a:ext cx="9144003" cy="3705821"/>
            </a:xfrm>
            <a:prstGeom prst="rect">
              <a:avLst/>
            </a:prstGeom>
            <a:noFill/>
            <a:ln>
              <a:noFill/>
            </a:ln>
          </p:spPr>
        </p:pic>
      </p:grpSp>
      <p:sp>
        <p:nvSpPr>
          <p:cNvPr id="172" name="Google Shape;172;p2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73" name="Google Shape;173;p27"/>
          <p:cNvSpPr txBox="1"/>
          <p:nvPr>
            <p:ph idx="1" type="body"/>
          </p:nvPr>
        </p:nvSpPr>
        <p:spPr>
          <a:xfrm>
            <a:off x="715100" y="1558275"/>
            <a:ext cx="3558900" cy="23448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Clr>
                <a:srgbClr val="152933"/>
              </a:buClr>
              <a:buSzPts val="1200"/>
              <a:buFont typeface="Nunito"/>
              <a:buChar char="●"/>
              <a:defRPr/>
            </a:lvl1pPr>
            <a:lvl2pPr indent="-304800" lvl="1" marL="914400" rtl="0">
              <a:spcBef>
                <a:spcPts val="0"/>
              </a:spcBef>
              <a:spcAft>
                <a:spcPts val="0"/>
              </a:spcAft>
              <a:buClr>
                <a:srgbClr val="152933"/>
              </a:buClr>
              <a:buSzPts val="1200"/>
              <a:buFont typeface="Nunito"/>
              <a:buChar char="○"/>
              <a:defRPr/>
            </a:lvl2pPr>
            <a:lvl3pPr indent="-304800" lvl="2" marL="1371600" rtl="0">
              <a:spcBef>
                <a:spcPts val="0"/>
              </a:spcBef>
              <a:spcAft>
                <a:spcPts val="0"/>
              </a:spcAft>
              <a:buClr>
                <a:srgbClr val="152933"/>
              </a:buClr>
              <a:buSzPts val="1200"/>
              <a:buFont typeface="Nunito"/>
              <a:buChar char="■"/>
              <a:defRPr/>
            </a:lvl3pPr>
            <a:lvl4pPr indent="-304800" lvl="3" marL="1828800" rtl="0">
              <a:spcBef>
                <a:spcPts val="0"/>
              </a:spcBef>
              <a:spcAft>
                <a:spcPts val="0"/>
              </a:spcAft>
              <a:buClr>
                <a:srgbClr val="152933"/>
              </a:buClr>
              <a:buSzPts val="1200"/>
              <a:buFont typeface="Nunito"/>
              <a:buChar char="●"/>
              <a:defRPr/>
            </a:lvl4pPr>
            <a:lvl5pPr indent="-304800" lvl="4" marL="2286000" rtl="0">
              <a:spcBef>
                <a:spcPts val="0"/>
              </a:spcBef>
              <a:spcAft>
                <a:spcPts val="0"/>
              </a:spcAft>
              <a:buClr>
                <a:srgbClr val="152933"/>
              </a:buClr>
              <a:buSzPts val="1200"/>
              <a:buFont typeface="Nunito"/>
              <a:buChar char="○"/>
              <a:defRPr/>
            </a:lvl5pPr>
            <a:lvl6pPr indent="-304800" lvl="5" marL="2743200" rtl="0">
              <a:spcBef>
                <a:spcPts val="0"/>
              </a:spcBef>
              <a:spcAft>
                <a:spcPts val="0"/>
              </a:spcAft>
              <a:buClr>
                <a:srgbClr val="152933"/>
              </a:buClr>
              <a:buSzPts val="1200"/>
              <a:buFont typeface="Nunito"/>
              <a:buChar char="■"/>
              <a:defRPr/>
            </a:lvl6pPr>
            <a:lvl7pPr indent="-304800" lvl="6" marL="3200400" rtl="0">
              <a:spcBef>
                <a:spcPts val="0"/>
              </a:spcBef>
              <a:spcAft>
                <a:spcPts val="0"/>
              </a:spcAft>
              <a:buClr>
                <a:srgbClr val="152933"/>
              </a:buClr>
              <a:buSzPts val="1200"/>
              <a:buFont typeface="Nunito"/>
              <a:buChar char="●"/>
              <a:defRPr/>
            </a:lvl7pPr>
            <a:lvl8pPr indent="-304800" lvl="7" marL="3657600" rtl="0">
              <a:spcBef>
                <a:spcPts val="0"/>
              </a:spcBef>
              <a:spcAft>
                <a:spcPts val="0"/>
              </a:spcAft>
              <a:buClr>
                <a:srgbClr val="152933"/>
              </a:buClr>
              <a:buSzPts val="1200"/>
              <a:buFont typeface="Nunito"/>
              <a:buChar char="○"/>
              <a:defRPr/>
            </a:lvl8pPr>
            <a:lvl9pPr indent="-304800" lvl="8" marL="4114800" rtl="0">
              <a:spcBef>
                <a:spcPts val="0"/>
              </a:spcBef>
              <a:spcAft>
                <a:spcPts val="0"/>
              </a:spcAft>
              <a:buClr>
                <a:srgbClr val="152933"/>
              </a:buClr>
              <a:buSzPts val="1200"/>
              <a:buFont typeface="Nunito"/>
              <a:buChar char="■"/>
              <a:defRPr/>
            </a:lvl9pPr>
          </a:lstStyle>
          <a:p/>
        </p:txBody>
      </p:sp>
      <p:sp>
        <p:nvSpPr>
          <p:cNvPr id="174" name="Google Shape;174;p27"/>
          <p:cNvSpPr txBox="1"/>
          <p:nvPr>
            <p:ph idx="2" type="body"/>
          </p:nvPr>
        </p:nvSpPr>
        <p:spPr>
          <a:xfrm>
            <a:off x="4871800" y="1554479"/>
            <a:ext cx="3557100" cy="23448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Clr>
                <a:srgbClr val="152933"/>
              </a:buClr>
              <a:buSzPts val="1200"/>
              <a:buFont typeface="Nunito"/>
              <a:buChar char="●"/>
              <a:defRPr/>
            </a:lvl1pPr>
            <a:lvl2pPr indent="-304800" lvl="1" marL="914400" rtl="0">
              <a:spcBef>
                <a:spcPts val="0"/>
              </a:spcBef>
              <a:spcAft>
                <a:spcPts val="0"/>
              </a:spcAft>
              <a:buClr>
                <a:srgbClr val="152933"/>
              </a:buClr>
              <a:buSzPts val="1200"/>
              <a:buFont typeface="Nunito"/>
              <a:buChar char="○"/>
              <a:defRPr/>
            </a:lvl2pPr>
            <a:lvl3pPr indent="-304800" lvl="2" marL="1371600" rtl="0">
              <a:spcBef>
                <a:spcPts val="0"/>
              </a:spcBef>
              <a:spcAft>
                <a:spcPts val="0"/>
              </a:spcAft>
              <a:buClr>
                <a:srgbClr val="152933"/>
              </a:buClr>
              <a:buSzPts val="1200"/>
              <a:buFont typeface="Nunito"/>
              <a:buChar char="■"/>
              <a:defRPr/>
            </a:lvl3pPr>
            <a:lvl4pPr indent="-304800" lvl="3" marL="1828800" rtl="0">
              <a:spcBef>
                <a:spcPts val="0"/>
              </a:spcBef>
              <a:spcAft>
                <a:spcPts val="0"/>
              </a:spcAft>
              <a:buClr>
                <a:srgbClr val="152933"/>
              </a:buClr>
              <a:buSzPts val="1200"/>
              <a:buFont typeface="Nunito"/>
              <a:buChar char="●"/>
              <a:defRPr/>
            </a:lvl4pPr>
            <a:lvl5pPr indent="-304800" lvl="4" marL="2286000" rtl="0">
              <a:spcBef>
                <a:spcPts val="0"/>
              </a:spcBef>
              <a:spcAft>
                <a:spcPts val="0"/>
              </a:spcAft>
              <a:buClr>
                <a:srgbClr val="152933"/>
              </a:buClr>
              <a:buSzPts val="1200"/>
              <a:buFont typeface="Nunito"/>
              <a:buChar char="○"/>
              <a:defRPr/>
            </a:lvl5pPr>
            <a:lvl6pPr indent="-304800" lvl="5" marL="2743200" rtl="0">
              <a:spcBef>
                <a:spcPts val="0"/>
              </a:spcBef>
              <a:spcAft>
                <a:spcPts val="0"/>
              </a:spcAft>
              <a:buClr>
                <a:srgbClr val="152933"/>
              </a:buClr>
              <a:buSzPts val="1200"/>
              <a:buFont typeface="Nunito"/>
              <a:buChar char="■"/>
              <a:defRPr/>
            </a:lvl6pPr>
            <a:lvl7pPr indent="-304800" lvl="6" marL="3200400" rtl="0">
              <a:spcBef>
                <a:spcPts val="0"/>
              </a:spcBef>
              <a:spcAft>
                <a:spcPts val="0"/>
              </a:spcAft>
              <a:buClr>
                <a:srgbClr val="152933"/>
              </a:buClr>
              <a:buSzPts val="1200"/>
              <a:buFont typeface="Nunito"/>
              <a:buChar char="●"/>
              <a:defRPr/>
            </a:lvl7pPr>
            <a:lvl8pPr indent="-304800" lvl="7" marL="3657600" rtl="0">
              <a:spcBef>
                <a:spcPts val="0"/>
              </a:spcBef>
              <a:spcAft>
                <a:spcPts val="0"/>
              </a:spcAft>
              <a:buClr>
                <a:srgbClr val="152933"/>
              </a:buClr>
              <a:buSzPts val="1200"/>
              <a:buFont typeface="Nunito"/>
              <a:buChar char="○"/>
              <a:defRPr/>
            </a:lvl8pPr>
            <a:lvl9pPr indent="-304800" lvl="8" marL="4114800" rtl="0">
              <a:spcBef>
                <a:spcPts val="0"/>
              </a:spcBef>
              <a:spcAft>
                <a:spcPts val="0"/>
              </a:spcAft>
              <a:buClr>
                <a:srgbClr val="152933"/>
              </a:buClr>
              <a:buSzPts val="1200"/>
              <a:buFont typeface="Nunito"/>
              <a:buChar char="■"/>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175" name="Shape 175"/>
        <p:cNvGrpSpPr/>
        <p:nvPr/>
      </p:nvGrpSpPr>
      <p:grpSpPr>
        <a:xfrm>
          <a:off x="0" y="0"/>
          <a:ext cx="0" cy="0"/>
          <a:chOff x="0" y="0"/>
          <a:chExt cx="0" cy="0"/>
        </a:xfrm>
      </p:grpSpPr>
      <p:grpSp>
        <p:nvGrpSpPr>
          <p:cNvPr id="176" name="Google Shape;176;p28"/>
          <p:cNvGrpSpPr/>
          <p:nvPr/>
        </p:nvGrpSpPr>
        <p:grpSpPr>
          <a:xfrm>
            <a:off x="-5486707" y="-2618585"/>
            <a:ext cx="16111256" cy="10964488"/>
            <a:chOff x="-5486707" y="-2618585"/>
            <a:chExt cx="16111256" cy="10964488"/>
          </a:xfrm>
        </p:grpSpPr>
        <p:pic>
          <p:nvPicPr>
            <p:cNvPr id="177" name="Google Shape;177;p28"/>
            <p:cNvPicPr preferRelativeResize="0"/>
            <p:nvPr/>
          </p:nvPicPr>
          <p:blipFill rotWithShape="1">
            <a:blip r:embed="rId2">
              <a:alphaModFix/>
            </a:blip>
            <a:srcRect b="0" l="0" r="0" t="0"/>
            <a:stretch/>
          </p:blipFill>
          <p:spPr>
            <a:xfrm rot="-9497111">
              <a:off x="-5125598" y="3079989"/>
              <a:ext cx="9144001" cy="3705821"/>
            </a:xfrm>
            <a:prstGeom prst="rect">
              <a:avLst/>
            </a:prstGeom>
            <a:noFill/>
            <a:ln>
              <a:noFill/>
            </a:ln>
          </p:spPr>
        </p:pic>
        <p:pic>
          <p:nvPicPr>
            <p:cNvPr id="178" name="Google Shape;178;p28"/>
            <p:cNvPicPr preferRelativeResize="0"/>
            <p:nvPr/>
          </p:nvPicPr>
          <p:blipFill>
            <a:blip r:embed="rId3">
              <a:alphaModFix/>
            </a:blip>
            <a:stretch>
              <a:fillRect/>
            </a:stretch>
          </p:blipFill>
          <p:spPr>
            <a:xfrm flipH="1" rot="10800000">
              <a:off x="6237002" y="-2618585"/>
              <a:ext cx="4387547" cy="5143501"/>
            </a:xfrm>
            <a:prstGeom prst="rect">
              <a:avLst/>
            </a:prstGeom>
            <a:noFill/>
            <a:ln>
              <a:noFill/>
            </a:ln>
          </p:spPr>
        </p:pic>
      </p:grpSp>
      <p:sp>
        <p:nvSpPr>
          <p:cNvPr id="179" name="Google Shape;179;p2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80" name="Google Shape;180;p28"/>
          <p:cNvSpPr txBox="1"/>
          <p:nvPr>
            <p:ph idx="1" type="subTitle"/>
          </p:nvPr>
        </p:nvSpPr>
        <p:spPr>
          <a:xfrm>
            <a:off x="713197" y="2372530"/>
            <a:ext cx="2309700" cy="1293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81" name="Google Shape;181;p28"/>
          <p:cNvSpPr txBox="1"/>
          <p:nvPr>
            <p:ph idx="2" type="subTitle"/>
          </p:nvPr>
        </p:nvSpPr>
        <p:spPr>
          <a:xfrm>
            <a:off x="3417146" y="2372530"/>
            <a:ext cx="2309700" cy="1293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82" name="Google Shape;182;p28"/>
          <p:cNvSpPr txBox="1"/>
          <p:nvPr>
            <p:ph idx="3" type="subTitle"/>
          </p:nvPr>
        </p:nvSpPr>
        <p:spPr>
          <a:xfrm>
            <a:off x="6121103" y="2372530"/>
            <a:ext cx="2309700" cy="1293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83" name="Google Shape;183;p28"/>
          <p:cNvSpPr txBox="1"/>
          <p:nvPr>
            <p:ph idx="4" type="subTitle"/>
          </p:nvPr>
        </p:nvSpPr>
        <p:spPr>
          <a:xfrm>
            <a:off x="713197" y="1956125"/>
            <a:ext cx="2309700" cy="4926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b="1" sz="2000">
                <a:solidFill>
                  <a:schemeClr val="dk1"/>
                </a:solidFill>
                <a:latin typeface="Raleway"/>
                <a:ea typeface="Raleway"/>
                <a:cs typeface="Raleway"/>
                <a:sym typeface="Raleway"/>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84" name="Google Shape;184;p28"/>
          <p:cNvSpPr txBox="1"/>
          <p:nvPr>
            <p:ph idx="5" type="subTitle"/>
          </p:nvPr>
        </p:nvSpPr>
        <p:spPr>
          <a:xfrm>
            <a:off x="3417150" y="1956125"/>
            <a:ext cx="2309700" cy="4926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b="1" sz="2000">
                <a:solidFill>
                  <a:schemeClr val="dk1"/>
                </a:solidFill>
                <a:latin typeface="Raleway"/>
                <a:ea typeface="Raleway"/>
                <a:cs typeface="Raleway"/>
                <a:sym typeface="Raleway"/>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85" name="Google Shape;185;p28"/>
          <p:cNvSpPr txBox="1"/>
          <p:nvPr>
            <p:ph idx="6" type="subTitle"/>
          </p:nvPr>
        </p:nvSpPr>
        <p:spPr>
          <a:xfrm>
            <a:off x="6121103" y="1956125"/>
            <a:ext cx="2309700" cy="4926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b="1" sz="2000">
                <a:solidFill>
                  <a:schemeClr val="dk1"/>
                </a:solidFill>
                <a:latin typeface="Raleway"/>
                <a:ea typeface="Raleway"/>
                <a:cs typeface="Raleway"/>
                <a:sym typeface="Raleway"/>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6_1">
    <p:spTree>
      <p:nvGrpSpPr>
        <p:cNvPr id="186" name="Shape 186"/>
        <p:cNvGrpSpPr/>
        <p:nvPr/>
      </p:nvGrpSpPr>
      <p:grpSpPr>
        <a:xfrm>
          <a:off x="0" y="0"/>
          <a:ext cx="0" cy="0"/>
          <a:chOff x="0" y="0"/>
          <a:chExt cx="0" cy="0"/>
        </a:xfrm>
      </p:grpSpPr>
      <p:grpSp>
        <p:nvGrpSpPr>
          <p:cNvPr id="187" name="Google Shape;187;p29"/>
          <p:cNvGrpSpPr/>
          <p:nvPr/>
        </p:nvGrpSpPr>
        <p:grpSpPr>
          <a:xfrm>
            <a:off x="-1408557" y="-2971010"/>
            <a:ext cx="15719281" cy="12321938"/>
            <a:chOff x="-1408557" y="-2971010"/>
            <a:chExt cx="15719281" cy="12321938"/>
          </a:xfrm>
        </p:grpSpPr>
        <p:pic>
          <p:nvPicPr>
            <p:cNvPr id="188" name="Google Shape;188;p29"/>
            <p:cNvPicPr preferRelativeResize="0"/>
            <p:nvPr/>
          </p:nvPicPr>
          <p:blipFill rotWithShape="1">
            <a:blip r:embed="rId2">
              <a:alphaModFix/>
            </a:blip>
            <a:srcRect b="0" l="0" r="0" t="0"/>
            <a:stretch/>
          </p:blipFill>
          <p:spPr>
            <a:xfrm flipH="1" rot="9497111">
              <a:off x="4805613" y="4085014"/>
              <a:ext cx="9144001" cy="3705821"/>
            </a:xfrm>
            <a:prstGeom prst="rect">
              <a:avLst/>
            </a:prstGeom>
            <a:noFill/>
            <a:ln>
              <a:noFill/>
            </a:ln>
          </p:spPr>
        </p:pic>
        <p:pic>
          <p:nvPicPr>
            <p:cNvPr id="189" name="Google Shape;189;p29"/>
            <p:cNvPicPr preferRelativeResize="0"/>
            <p:nvPr/>
          </p:nvPicPr>
          <p:blipFill>
            <a:blip r:embed="rId3">
              <a:alphaModFix/>
            </a:blip>
            <a:stretch>
              <a:fillRect/>
            </a:stretch>
          </p:blipFill>
          <p:spPr>
            <a:xfrm rot="10800000">
              <a:off x="-1408557" y="-2971010"/>
              <a:ext cx="4387547" cy="5143501"/>
            </a:xfrm>
            <a:prstGeom prst="rect">
              <a:avLst/>
            </a:prstGeom>
            <a:noFill/>
            <a:ln>
              <a:noFill/>
            </a:ln>
          </p:spPr>
        </p:pic>
      </p:grpSp>
      <p:sp>
        <p:nvSpPr>
          <p:cNvPr id="190" name="Google Shape;190;p2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91" name="Google Shape;191;p29"/>
          <p:cNvSpPr txBox="1"/>
          <p:nvPr>
            <p:ph idx="1" type="subTitle"/>
          </p:nvPr>
        </p:nvSpPr>
        <p:spPr>
          <a:xfrm>
            <a:off x="713197" y="3432280"/>
            <a:ext cx="2309700" cy="5541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92" name="Google Shape;192;p29"/>
          <p:cNvSpPr txBox="1"/>
          <p:nvPr>
            <p:ph idx="2" type="subTitle"/>
          </p:nvPr>
        </p:nvSpPr>
        <p:spPr>
          <a:xfrm>
            <a:off x="3417148" y="3432280"/>
            <a:ext cx="2309700" cy="5541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93" name="Google Shape;193;p29"/>
          <p:cNvSpPr txBox="1"/>
          <p:nvPr>
            <p:ph idx="3" type="subTitle"/>
          </p:nvPr>
        </p:nvSpPr>
        <p:spPr>
          <a:xfrm>
            <a:off x="6121103" y="3432280"/>
            <a:ext cx="2309700" cy="5541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94" name="Google Shape;194;p29"/>
          <p:cNvSpPr txBox="1"/>
          <p:nvPr>
            <p:ph idx="4" type="subTitle"/>
          </p:nvPr>
        </p:nvSpPr>
        <p:spPr>
          <a:xfrm>
            <a:off x="713197" y="3015875"/>
            <a:ext cx="2309700" cy="4926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Raleway"/>
              <a:buNone/>
              <a:defRPr b="1" sz="2000">
                <a:solidFill>
                  <a:schemeClr val="dk1"/>
                </a:solidFill>
                <a:latin typeface="Raleway"/>
                <a:ea typeface="Raleway"/>
                <a:cs typeface="Raleway"/>
                <a:sym typeface="Raleway"/>
              </a:defRPr>
            </a:lvl1pPr>
            <a:lvl2pPr lvl="1" rtl="0" algn="ctr">
              <a:lnSpc>
                <a:spcPct val="100000"/>
              </a:lnSpc>
              <a:spcBef>
                <a:spcPts val="0"/>
              </a:spcBef>
              <a:spcAft>
                <a:spcPts val="0"/>
              </a:spcAft>
              <a:buSzPts val="2400"/>
              <a:buFont typeface="Raleway"/>
              <a:buNone/>
              <a:defRPr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sz="2400">
                <a:latin typeface="Raleway"/>
                <a:ea typeface="Raleway"/>
                <a:cs typeface="Raleway"/>
                <a:sym typeface="Raleway"/>
              </a:defRPr>
            </a:lvl9pPr>
          </a:lstStyle>
          <a:p/>
        </p:txBody>
      </p:sp>
      <p:sp>
        <p:nvSpPr>
          <p:cNvPr id="195" name="Google Shape;195;p29"/>
          <p:cNvSpPr txBox="1"/>
          <p:nvPr>
            <p:ph idx="5" type="subTitle"/>
          </p:nvPr>
        </p:nvSpPr>
        <p:spPr>
          <a:xfrm>
            <a:off x="3417148" y="3015875"/>
            <a:ext cx="2309700" cy="4926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Raleway"/>
              <a:buNone/>
              <a:defRPr b="1" sz="2000">
                <a:solidFill>
                  <a:schemeClr val="dk1"/>
                </a:solidFill>
                <a:latin typeface="Raleway"/>
                <a:ea typeface="Raleway"/>
                <a:cs typeface="Raleway"/>
                <a:sym typeface="Raleway"/>
              </a:defRPr>
            </a:lvl1pPr>
            <a:lvl2pPr lvl="1" rtl="0" algn="ctr">
              <a:lnSpc>
                <a:spcPct val="100000"/>
              </a:lnSpc>
              <a:spcBef>
                <a:spcPts val="0"/>
              </a:spcBef>
              <a:spcAft>
                <a:spcPts val="0"/>
              </a:spcAft>
              <a:buSzPts val="2400"/>
              <a:buFont typeface="Raleway"/>
              <a:buNone/>
              <a:defRPr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sz="2400">
                <a:latin typeface="Raleway"/>
                <a:ea typeface="Raleway"/>
                <a:cs typeface="Raleway"/>
                <a:sym typeface="Raleway"/>
              </a:defRPr>
            </a:lvl9pPr>
          </a:lstStyle>
          <a:p/>
        </p:txBody>
      </p:sp>
      <p:sp>
        <p:nvSpPr>
          <p:cNvPr id="196" name="Google Shape;196;p29"/>
          <p:cNvSpPr txBox="1"/>
          <p:nvPr>
            <p:ph idx="6" type="subTitle"/>
          </p:nvPr>
        </p:nvSpPr>
        <p:spPr>
          <a:xfrm>
            <a:off x="6121103" y="3015875"/>
            <a:ext cx="2309700" cy="4926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Raleway"/>
              <a:buNone/>
              <a:defRPr b="1" sz="2000">
                <a:solidFill>
                  <a:schemeClr val="dk1"/>
                </a:solidFill>
                <a:latin typeface="Raleway"/>
                <a:ea typeface="Raleway"/>
                <a:cs typeface="Raleway"/>
                <a:sym typeface="Raleway"/>
              </a:defRPr>
            </a:lvl1pPr>
            <a:lvl2pPr lvl="1" rtl="0" algn="ctr">
              <a:lnSpc>
                <a:spcPct val="100000"/>
              </a:lnSpc>
              <a:spcBef>
                <a:spcPts val="0"/>
              </a:spcBef>
              <a:spcAft>
                <a:spcPts val="0"/>
              </a:spcAft>
              <a:buSzPts val="2400"/>
              <a:buFont typeface="Raleway"/>
              <a:buNone/>
              <a:defRPr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sz="2400">
                <a:latin typeface="Raleway"/>
                <a:ea typeface="Raleway"/>
                <a:cs typeface="Raleway"/>
                <a:sym typeface="Raleway"/>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197" name="Shape 197"/>
        <p:cNvGrpSpPr/>
        <p:nvPr/>
      </p:nvGrpSpPr>
      <p:grpSpPr>
        <a:xfrm>
          <a:off x="0" y="0"/>
          <a:ext cx="0" cy="0"/>
          <a:chOff x="0" y="0"/>
          <a:chExt cx="0" cy="0"/>
        </a:xfrm>
      </p:grpSpPr>
      <p:grpSp>
        <p:nvGrpSpPr>
          <p:cNvPr id="198" name="Google Shape;198;p30"/>
          <p:cNvGrpSpPr/>
          <p:nvPr/>
        </p:nvGrpSpPr>
        <p:grpSpPr>
          <a:xfrm>
            <a:off x="-3664625" y="-3171360"/>
            <a:ext cx="15888147" cy="11219987"/>
            <a:chOff x="-3664625" y="-3171360"/>
            <a:chExt cx="15888147" cy="11219987"/>
          </a:xfrm>
        </p:grpSpPr>
        <p:pic>
          <p:nvPicPr>
            <p:cNvPr id="199" name="Google Shape;199;p30"/>
            <p:cNvPicPr preferRelativeResize="0"/>
            <p:nvPr/>
          </p:nvPicPr>
          <p:blipFill rotWithShape="1">
            <a:blip r:embed="rId2">
              <a:alphaModFix/>
            </a:blip>
            <a:srcRect b="0" l="0" r="0" t="0"/>
            <a:stretch/>
          </p:blipFill>
          <p:spPr>
            <a:xfrm flipH="1">
              <a:off x="5873980" y="2905125"/>
              <a:ext cx="6349542" cy="5143501"/>
            </a:xfrm>
            <a:prstGeom prst="rect">
              <a:avLst/>
            </a:prstGeom>
            <a:noFill/>
            <a:ln>
              <a:noFill/>
            </a:ln>
          </p:spPr>
        </p:pic>
        <p:pic>
          <p:nvPicPr>
            <p:cNvPr id="200" name="Google Shape;200;p30"/>
            <p:cNvPicPr preferRelativeResize="0"/>
            <p:nvPr/>
          </p:nvPicPr>
          <p:blipFill rotWithShape="1">
            <a:blip r:embed="rId3">
              <a:alphaModFix/>
            </a:blip>
            <a:srcRect b="0" l="0" r="0" t="0"/>
            <a:stretch/>
          </p:blipFill>
          <p:spPr>
            <a:xfrm flipH="1">
              <a:off x="-3664625" y="-3171360"/>
              <a:ext cx="9144003" cy="3705821"/>
            </a:xfrm>
            <a:prstGeom prst="rect">
              <a:avLst/>
            </a:prstGeom>
            <a:noFill/>
            <a:ln>
              <a:noFill/>
            </a:ln>
          </p:spPr>
        </p:pic>
      </p:grpSp>
      <p:sp>
        <p:nvSpPr>
          <p:cNvPr id="201" name="Google Shape;201;p3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02" name="Google Shape;202;p30"/>
          <p:cNvSpPr txBox="1"/>
          <p:nvPr>
            <p:ph idx="1" type="subTitle"/>
          </p:nvPr>
        </p:nvSpPr>
        <p:spPr>
          <a:xfrm>
            <a:off x="1519924" y="1767800"/>
            <a:ext cx="2811000" cy="923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03" name="Google Shape;203;p30"/>
          <p:cNvSpPr txBox="1"/>
          <p:nvPr>
            <p:ph idx="2" type="subTitle"/>
          </p:nvPr>
        </p:nvSpPr>
        <p:spPr>
          <a:xfrm>
            <a:off x="4813076" y="1767800"/>
            <a:ext cx="2811000" cy="923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04" name="Google Shape;204;p30"/>
          <p:cNvSpPr txBox="1"/>
          <p:nvPr>
            <p:ph idx="3" type="subTitle"/>
          </p:nvPr>
        </p:nvSpPr>
        <p:spPr>
          <a:xfrm>
            <a:off x="1519924" y="3276050"/>
            <a:ext cx="2811000" cy="923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05" name="Google Shape;205;p30"/>
          <p:cNvSpPr txBox="1"/>
          <p:nvPr>
            <p:ph idx="4" type="subTitle"/>
          </p:nvPr>
        </p:nvSpPr>
        <p:spPr>
          <a:xfrm>
            <a:off x="4813076" y="3276050"/>
            <a:ext cx="2811000" cy="923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06" name="Google Shape;206;p30"/>
          <p:cNvSpPr txBox="1"/>
          <p:nvPr>
            <p:ph idx="5" type="subTitle"/>
          </p:nvPr>
        </p:nvSpPr>
        <p:spPr>
          <a:xfrm>
            <a:off x="1519924" y="1351400"/>
            <a:ext cx="2811000" cy="4926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000"/>
              <a:buFont typeface="Raleway"/>
              <a:buNone/>
              <a:defRPr b="1" sz="2000">
                <a:solidFill>
                  <a:schemeClr val="dk1"/>
                </a:solidFill>
                <a:latin typeface="Raleway"/>
                <a:ea typeface="Raleway"/>
                <a:cs typeface="Raleway"/>
                <a:sym typeface="Raleway"/>
              </a:defRPr>
            </a:lvl1pPr>
            <a:lvl2pPr lvl="1" rtl="0" algn="ctr">
              <a:lnSpc>
                <a:spcPct val="100000"/>
              </a:lnSpc>
              <a:spcBef>
                <a:spcPts val="0"/>
              </a:spcBef>
              <a:spcAft>
                <a:spcPts val="0"/>
              </a:spcAft>
              <a:buSzPts val="2000"/>
              <a:buFont typeface="Raleway"/>
              <a:buNone/>
              <a:defRPr b="1" sz="2000">
                <a:latin typeface="Raleway"/>
                <a:ea typeface="Raleway"/>
                <a:cs typeface="Raleway"/>
                <a:sym typeface="Raleway"/>
              </a:defRPr>
            </a:lvl2pPr>
            <a:lvl3pPr lvl="2" rtl="0" algn="ctr">
              <a:lnSpc>
                <a:spcPct val="100000"/>
              </a:lnSpc>
              <a:spcBef>
                <a:spcPts val="0"/>
              </a:spcBef>
              <a:spcAft>
                <a:spcPts val="0"/>
              </a:spcAft>
              <a:buSzPts val="2000"/>
              <a:buFont typeface="Raleway"/>
              <a:buNone/>
              <a:defRPr b="1" sz="2000">
                <a:latin typeface="Raleway"/>
                <a:ea typeface="Raleway"/>
                <a:cs typeface="Raleway"/>
                <a:sym typeface="Raleway"/>
              </a:defRPr>
            </a:lvl3pPr>
            <a:lvl4pPr lvl="3" rtl="0" algn="ctr">
              <a:lnSpc>
                <a:spcPct val="100000"/>
              </a:lnSpc>
              <a:spcBef>
                <a:spcPts val="0"/>
              </a:spcBef>
              <a:spcAft>
                <a:spcPts val="0"/>
              </a:spcAft>
              <a:buSzPts val="2000"/>
              <a:buFont typeface="Raleway"/>
              <a:buNone/>
              <a:defRPr b="1" sz="2000">
                <a:latin typeface="Raleway"/>
                <a:ea typeface="Raleway"/>
                <a:cs typeface="Raleway"/>
                <a:sym typeface="Raleway"/>
              </a:defRPr>
            </a:lvl4pPr>
            <a:lvl5pPr lvl="4" rtl="0" algn="ctr">
              <a:lnSpc>
                <a:spcPct val="100000"/>
              </a:lnSpc>
              <a:spcBef>
                <a:spcPts val="0"/>
              </a:spcBef>
              <a:spcAft>
                <a:spcPts val="0"/>
              </a:spcAft>
              <a:buSzPts val="2000"/>
              <a:buFont typeface="Raleway"/>
              <a:buNone/>
              <a:defRPr b="1" sz="2000">
                <a:latin typeface="Raleway"/>
                <a:ea typeface="Raleway"/>
                <a:cs typeface="Raleway"/>
                <a:sym typeface="Raleway"/>
              </a:defRPr>
            </a:lvl5pPr>
            <a:lvl6pPr lvl="5" rtl="0" algn="ctr">
              <a:lnSpc>
                <a:spcPct val="100000"/>
              </a:lnSpc>
              <a:spcBef>
                <a:spcPts val="0"/>
              </a:spcBef>
              <a:spcAft>
                <a:spcPts val="0"/>
              </a:spcAft>
              <a:buSzPts val="2000"/>
              <a:buFont typeface="Raleway"/>
              <a:buNone/>
              <a:defRPr b="1" sz="2000">
                <a:latin typeface="Raleway"/>
                <a:ea typeface="Raleway"/>
                <a:cs typeface="Raleway"/>
                <a:sym typeface="Raleway"/>
              </a:defRPr>
            </a:lvl6pPr>
            <a:lvl7pPr lvl="6" rtl="0" algn="ctr">
              <a:lnSpc>
                <a:spcPct val="100000"/>
              </a:lnSpc>
              <a:spcBef>
                <a:spcPts val="0"/>
              </a:spcBef>
              <a:spcAft>
                <a:spcPts val="0"/>
              </a:spcAft>
              <a:buSzPts val="2000"/>
              <a:buFont typeface="Raleway"/>
              <a:buNone/>
              <a:defRPr b="1" sz="2000">
                <a:latin typeface="Raleway"/>
                <a:ea typeface="Raleway"/>
                <a:cs typeface="Raleway"/>
                <a:sym typeface="Raleway"/>
              </a:defRPr>
            </a:lvl7pPr>
            <a:lvl8pPr lvl="7" rtl="0" algn="ctr">
              <a:lnSpc>
                <a:spcPct val="100000"/>
              </a:lnSpc>
              <a:spcBef>
                <a:spcPts val="0"/>
              </a:spcBef>
              <a:spcAft>
                <a:spcPts val="0"/>
              </a:spcAft>
              <a:buSzPts val="2000"/>
              <a:buFont typeface="Raleway"/>
              <a:buNone/>
              <a:defRPr b="1" sz="2000">
                <a:latin typeface="Raleway"/>
                <a:ea typeface="Raleway"/>
                <a:cs typeface="Raleway"/>
                <a:sym typeface="Raleway"/>
              </a:defRPr>
            </a:lvl8pPr>
            <a:lvl9pPr lvl="8" rtl="0" algn="ctr">
              <a:lnSpc>
                <a:spcPct val="100000"/>
              </a:lnSpc>
              <a:spcBef>
                <a:spcPts val="0"/>
              </a:spcBef>
              <a:spcAft>
                <a:spcPts val="0"/>
              </a:spcAft>
              <a:buSzPts val="2000"/>
              <a:buFont typeface="Raleway"/>
              <a:buNone/>
              <a:defRPr b="1" sz="2000">
                <a:latin typeface="Raleway"/>
                <a:ea typeface="Raleway"/>
                <a:cs typeface="Raleway"/>
                <a:sym typeface="Raleway"/>
              </a:defRPr>
            </a:lvl9pPr>
          </a:lstStyle>
          <a:p/>
        </p:txBody>
      </p:sp>
      <p:sp>
        <p:nvSpPr>
          <p:cNvPr id="207" name="Google Shape;207;p30"/>
          <p:cNvSpPr txBox="1"/>
          <p:nvPr>
            <p:ph idx="6" type="subTitle"/>
          </p:nvPr>
        </p:nvSpPr>
        <p:spPr>
          <a:xfrm>
            <a:off x="1519924" y="2859650"/>
            <a:ext cx="2811000" cy="4926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000"/>
              <a:buFont typeface="Raleway"/>
              <a:buNone/>
              <a:defRPr b="1" sz="2000">
                <a:solidFill>
                  <a:schemeClr val="dk1"/>
                </a:solidFill>
                <a:latin typeface="Raleway"/>
                <a:ea typeface="Raleway"/>
                <a:cs typeface="Raleway"/>
                <a:sym typeface="Raleway"/>
              </a:defRPr>
            </a:lvl1pPr>
            <a:lvl2pPr lvl="1" rtl="0" algn="ctr">
              <a:lnSpc>
                <a:spcPct val="100000"/>
              </a:lnSpc>
              <a:spcBef>
                <a:spcPts val="0"/>
              </a:spcBef>
              <a:spcAft>
                <a:spcPts val="0"/>
              </a:spcAft>
              <a:buSzPts val="2000"/>
              <a:buFont typeface="Raleway"/>
              <a:buNone/>
              <a:defRPr b="1" sz="2000">
                <a:latin typeface="Raleway"/>
                <a:ea typeface="Raleway"/>
                <a:cs typeface="Raleway"/>
                <a:sym typeface="Raleway"/>
              </a:defRPr>
            </a:lvl2pPr>
            <a:lvl3pPr lvl="2" rtl="0" algn="ctr">
              <a:lnSpc>
                <a:spcPct val="100000"/>
              </a:lnSpc>
              <a:spcBef>
                <a:spcPts val="0"/>
              </a:spcBef>
              <a:spcAft>
                <a:spcPts val="0"/>
              </a:spcAft>
              <a:buSzPts val="2000"/>
              <a:buFont typeface="Raleway"/>
              <a:buNone/>
              <a:defRPr b="1" sz="2000">
                <a:latin typeface="Raleway"/>
                <a:ea typeface="Raleway"/>
                <a:cs typeface="Raleway"/>
                <a:sym typeface="Raleway"/>
              </a:defRPr>
            </a:lvl3pPr>
            <a:lvl4pPr lvl="3" rtl="0" algn="ctr">
              <a:lnSpc>
                <a:spcPct val="100000"/>
              </a:lnSpc>
              <a:spcBef>
                <a:spcPts val="0"/>
              </a:spcBef>
              <a:spcAft>
                <a:spcPts val="0"/>
              </a:spcAft>
              <a:buSzPts val="2000"/>
              <a:buFont typeface="Raleway"/>
              <a:buNone/>
              <a:defRPr b="1" sz="2000">
                <a:latin typeface="Raleway"/>
                <a:ea typeface="Raleway"/>
                <a:cs typeface="Raleway"/>
                <a:sym typeface="Raleway"/>
              </a:defRPr>
            </a:lvl4pPr>
            <a:lvl5pPr lvl="4" rtl="0" algn="ctr">
              <a:lnSpc>
                <a:spcPct val="100000"/>
              </a:lnSpc>
              <a:spcBef>
                <a:spcPts val="0"/>
              </a:spcBef>
              <a:spcAft>
                <a:spcPts val="0"/>
              </a:spcAft>
              <a:buSzPts val="2000"/>
              <a:buFont typeface="Raleway"/>
              <a:buNone/>
              <a:defRPr b="1" sz="2000">
                <a:latin typeface="Raleway"/>
                <a:ea typeface="Raleway"/>
                <a:cs typeface="Raleway"/>
                <a:sym typeface="Raleway"/>
              </a:defRPr>
            </a:lvl5pPr>
            <a:lvl6pPr lvl="5" rtl="0" algn="ctr">
              <a:lnSpc>
                <a:spcPct val="100000"/>
              </a:lnSpc>
              <a:spcBef>
                <a:spcPts val="0"/>
              </a:spcBef>
              <a:spcAft>
                <a:spcPts val="0"/>
              </a:spcAft>
              <a:buSzPts val="2000"/>
              <a:buFont typeface="Raleway"/>
              <a:buNone/>
              <a:defRPr b="1" sz="2000">
                <a:latin typeface="Raleway"/>
                <a:ea typeface="Raleway"/>
                <a:cs typeface="Raleway"/>
                <a:sym typeface="Raleway"/>
              </a:defRPr>
            </a:lvl6pPr>
            <a:lvl7pPr lvl="6" rtl="0" algn="ctr">
              <a:lnSpc>
                <a:spcPct val="100000"/>
              </a:lnSpc>
              <a:spcBef>
                <a:spcPts val="0"/>
              </a:spcBef>
              <a:spcAft>
                <a:spcPts val="0"/>
              </a:spcAft>
              <a:buSzPts val="2000"/>
              <a:buFont typeface="Raleway"/>
              <a:buNone/>
              <a:defRPr b="1" sz="2000">
                <a:latin typeface="Raleway"/>
                <a:ea typeface="Raleway"/>
                <a:cs typeface="Raleway"/>
                <a:sym typeface="Raleway"/>
              </a:defRPr>
            </a:lvl7pPr>
            <a:lvl8pPr lvl="7" rtl="0" algn="ctr">
              <a:lnSpc>
                <a:spcPct val="100000"/>
              </a:lnSpc>
              <a:spcBef>
                <a:spcPts val="0"/>
              </a:spcBef>
              <a:spcAft>
                <a:spcPts val="0"/>
              </a:spcAft>
              <a:buSzPts val="2000"/>
              <a:buFont typeface="Raleway"/>
              <a:buNone/>
              <a:defRPr b="1" sz="2000">
                <a:latin typeface="Raleway"/>
                <a:ea typeface="Raleway"/>
                <a:cs typeface="Raleway"/>
                <a:sym typeface="Raleway"/>
              </a:defRPr>
            </a:lvl8pPr>
            <a:lvl9pPr lvl="8" rtl="0" algn="ctr">
              <a:lnSpc>
                <a:spcPct val="100000"/>
              </a:lnSpc>
              <a:spcBef>
                <a:spcPts val="0"/>
              </a:spcBef>
              <a:spcAft>
                <a:spcPts val="0"/>
              </a:spcAft>
              <a:buSzPts val="2000"/>
              <a:buFont typeface="Raleway"/>
              <a:buNone/>
              <a:defRPr b="1" sz="2000">
                <a:latin typeface="Raleway"/>
                <a:ea typeface="Raleway"/>
                <a:cs typeface="Raleway"/>
                <a:sym typeface="Raleway"/>
              </a:defRPr>
            </a:lvl9pPr>
          </a:lstStyle>
          <a:p/>
        </p:txBody>
      </p:sp>
      <p:sp>
        <p:nvSpPr>
          <p:cNvPr id="208" name="Google Shape;208;p30"/>
          <p:cNvSpPr txBox="1"/>
          <p:nvPr>
            <p:ph idx="7" type="subTitle"/>
          </p:nvPr>
        </p:nvSpPr>
        <p:spPr>
          <a:xfrm>
            <a:off x="4813049" y="1351400"/>
            <a:ext cx="2811000" cy="4926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000"/>
              <a:buFont typeface="Raleway"/>
              <a:buNone/>
              <a:defRPr b="1" sz="2000">
                <a:solidFill>
                  <a:schemeClr val="dk1"/>
                </a:solidFill>
                <a:latin typeface="Raleway"/>
                <a:ea typeface="Raleway"/>
                <a:cs typeface="Raleway"/>
                <a:sym typeface="Raleway"/>
              </a:defRPr>
            </a:lvl1pPr>
            <a:lvl2pPr lvl="1" rtl="0" algn="ctr">
              <a:lnSpc>
                <a:spcPct val="100000"/>
              </a:lnSpc>
              <a:spcBef>
                <a:spcPts val="0"/>
              </a:spcBef>
              <a:spcAft>
                <a:spcPts val="0"/>
              </a:spcAft>
              <a:buSzPts val="2000"/>
              <a:buFont typeface="Raleway"/>
              <a:buNone/>
              <a:defRPr b="1" sz="2000">
                <a:latin typeface="Raleway"/>
                <a:ea typeface="Raleway"/>
                <a:cs typeface="Raleway"/>
                <a:sym typeface="Raleway"/>
              </a:defRPr>
            </a:lvl2pPr>
            <a:lvl3pPr lvl="2" rtl="0" algn="ctr">
              <a:lnSpc>
                <a:spcPct val="100000"/>
              </a:lnSpc>
              <a:spcBef>
                <a:spcPts val="0"/>
              </a:spcBef>
              <a:spcAft>
                <a:spcPts val="0"/>
              </a:spcAft>
              <a:buSzPts val="2000"/>
              <a:buFont typeface="Raleway"/>
              <a:buNone/>
              <a:defRPr b="1" sz="2000">
                <a:latin typeface="Raleway"/>
                <a:ea typeface="Raleway"/>
                <a:cs typeface="Raleway"/>
                <a:sym typeface="Raleway"/>
              </a:defRPr>
            </a:lvl3pPr>
            <a:lvl4pPr lvl="3" rtl="0" algn="ctr">
              <a:lnSpc>
                <a:spcPct val="100000"/>
              </a:lnSpc>
              <a:spcBef>
                <a:spcPts val="0"/>
              </a:spcBef>
              <a:spcAft>
                <a:spcPts val="0"/>
              </a:spcAft>
              <a:buSzPts val="2000"/>
              <a:buFont typeface="Raleway"/>
              <a:buNone/>
              <a:defRPr b="1" sz="2000">
                <a:latin typeface="Raleway"/>
                <a:ea typeface="Raleway"/>
                <a:cs typeface="Raleway"/>
                <a:sym typeface="Raleway"/>
              </a:defRPr>
            </a:lvl4pPr>
            <a:lvl5pPr lvl="4" rtl="0" algn="ctr">
              <a:lnSpc>
                <a:spcPct val="100000"/>
              </a:lnSpc>
              <a:spcBef>
                <a:spcPts val="0"/>
              </a:spcBef>
              <a:spcAft>
                <a:spcPts val="0"/>
              </a:spcAft>
              <a:buSzPts val="2000"/>
              <a:buFont typeface="Raleway"/>
              <a:buNone/>
              <a:defRPr b="1" sz="2000">
                <a:latin typeface="Raleway"/>
                <a:ea typeface="Raleway"/>
                <a:cs typeface="Raleway"/>
                <a:sym typeface="Raleway"/>
              </a:defRPr>
            </a:lvl5pPr>
            <a:lvl6pPr lvl="5" rtl="0" algn="ctr">
              <a:lnSpc>
                <a:spcPct val="100000"/>
              </a:lnSpc>
              <a:spcBef>
                <a:spcPts val="0"/>
              </a:spcBef>
              <a:spcAft>
                <a:spcPts val="0"/>
              </a:spcAft>
              <a:buSzPts val="2000"/>
              <a:buFont typeface="Raleway"/>
              <a:buNone/>
              <a:defRPr b="1" sz="2000">
                <a:latin typeface="Raleway"/>
                <a:ea typeface="Raleway"/>
                <a:cs typeface="Raleway"/>
                <a:sym typeface="Raleway"/>
              </a:defRPr>
            </a:lvl6pPr>
            <a:lvl7pPr lvl="6" rtl="0" algn="ctr">
              <a:lnSpc>
                <a:spcPct val="100000"/>
              </a:lnSpc>
              <a:spcBef>
                <a:spcPts val="0"/>
              </a:spcBef>
              <a:spcAft>
                <a:spcPts val="0"/>
              </a:spcAft>
              <a:buSzPts val="2000"/>
              <a:buFont typeface="Raleway"/>
              <a:buNone/>
              <a:defRPr b="1" sz="2000">
                <a:latin typeface="Raleway"/>
                <a:ea typeface="Raleway"/>
                <a:cs typeface="Raleway"/>
                <a:sym typeface="Raleway"/>
              </a:defRPr>
            </a:lvl7pPr>
            <a:lvl8pPr lvl="7" rtl="0" algn="ctr">
              <a:lnSpc>
                <a:spcPct val="100000"/>
              </a:lnSpc>
              <a:spcBef>
                <a:spcPts val="0"/>
              </a:spcBef>
              <a:spcAft>
                <a:spcPts val="0"/>
              </a:spcAft>
              <a:buSzPts val="2000"/>
              <a:buFont typeface="Raleway"/>
              <a:buNone/>
              <a:defRPr b="1" sz="2000">
                <a:latin typeface="Raleway"/>
                <a:ea typeface="Raleway"/>
                <a:cs typeface="Raleway"/>
                <a:sym typeface="Raleway"/>
              </a:defRPr>
            </a:lvl8pPr>
            <a:lvl9pPr lvl="8" rtl="0" algn="ctr">
              <a:lnSpc>
                <a:spcPct val="100000"/>
              </a:lnSpc>
              <a:spcBef>
                <a:spcPts val="0"/>
              </a:spcBef>
              <a:spcAft>
                <a:spcPts val="0"/>
              </a:spcAft>
              <a:buSzPts val="2000"/>
              <a:buFont typeface="Raleway"/>
              <a:buNone/>
              <a:defRPr b="1" sz="2000">
                <a:latin typeface="Raleway"/>
                <a:ea typeface="Raleway"/>
                <a:cs typeface="Raleway"/>
                <a:sym typeface="Raleway"/>
              </a:defRPr>
            </a:lvl9pPr>
          </a:lstStyle>
          <a:p/>
        </p:txBody>
      </p:sp>
      <p:sp>
        <p:nvSpPr>
          <p:cNvPr id="209" name="Google Shape;209;p30"/>
          <p:cNvSpPr txBox="1"/>
          <p:nvPr>
            <p:ph idx="8" type="subTitle"/>
          </p:nvPr>
        </p:nvSpPr>
        <p:spPr>
          <a:xfrm>
            <a:off x="4813049" y="2859650"/>
            <a:ext cx="2811000" cy="4926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000"/>
              <a:buFont typeface="Raleway"/>
              <a:buNone/>
              <a:defRPr b="1" sz="2000">
                <a:solidFill>
                  <a:schemeClr val="dk1"/>
                </a:solidFill>
                <a:latin typeface="Raleway"/>
                <a:ea typeface="Raleway"/>
                <a:cs typeface="Raleway"/>
                <a:sym typeface="Raleway"/>
              </a:defRPr>
            </a:lvl1pPr>
            <a:lvl2pPr lvl="1" rtl="0" algn="ctr">
              <a:lnSpc>
                <a:spcPct val="100000"/>
              </a:lnSpc>
              <a:spcBef>
                <a:spcPts val="0"/>
              </a:spcBef>
              <a:spcAft>
                <a:spcPts val="0"/>
              </a:spcAft>
              <a:buSzPts val="2000"/>
              <a:buFont typeface="Raleway"/>
              <a:buNone/>
              <a:defRPr b="1" sz="2000">
                <a:latin typeface="Raleway"/>
                <a:ea typeface="Raleway"/>
                <a:cs typeface="Raleway"/>
                <a:sym typeface="Raleway"/>
              </a:defRPr>
            </a:lvl2pPr>
            <a:lvl3pPr lvl="2" rtl="0" algn="ctr">
              <a:lnSpc>
                <a:spcPct val="100000"/>
              </a:lnSpc>
              <a:spcBef>
                <a:spcPts val="0"/>
              </a:spcBef>
              <a:spcAft>
                <a:spcPts val="0"/>
              </a:spcAft>
              <a:buSzPts val="2000"/>
              <a:buFont typeface="Raleway"/>
              <a:buNone/>
              <a:defRPr b="1" sz="2000">
                <a:latin typeface="Raleway"/>
                <a:ea typeface="Raleway"/>
                <a:cs typeface="Raleway"/>
                <a:sym typeface="Raleway"/>
              </a:defRPr>
            </a:lvl3pPr>
            <a:lvl4pPr lvl="3" rtl="0" algn="ctr">
              <a:lnSpc>
                <a:spcPct val="100000"/>
              </a:lnSpc>
              <a:spcBef>
                <a:spcPts val="0"/>
              </a:spcBef>
              <a:spcAft>
                <a:spcPts val="0"/>
              </a:spcAft>
              <a:buSzPts val="2000"/>
              <a:buFont typeface="Raleway"/>
              <a:buNone/>
              <a:defRPr b="1" sz="2000">
                <a:latin typeface="Raleway"/>
                <a:ea typeface="Raleway"/>
                <a:cs typeface="Raleway"/>
                <a:sym typeface="Raleway"/>
              </a:defRPr>
            </a:lvl4pPr>
            <a:lvl5pPr lvl="4" rtl="0" algn="ctr">
              <a:lnSpc>
                <a:spcPct val="100000"/>
              </a:lnSpc>
              <a:spcBef>
                <a:spcPts val="0"/>
              </a:spcBef>
              <a:spcAft>
                <a:spcPts val="0"/>
              </a:spcAft>
              <a:buSzPts val="2000"/>
              <a:buFont typeface="Raleway"/>
              <a:buNone/>
              <a:defRPr b="1" sz="2000">
                <a:latin typeface="Raleway"/>
                <a:ea typeface="Raleway"/>
                <a:cs typeface="Raleway"/>
                <a:sym typeface="Raleway"/>
              </a:defRPr>
            </a:lvl5pPr>
            <a:lvl6pPr lvl="5" rtl="0" algn="ctr">
              <a:lnSpc>
                <a:spcPct val="100000"/>
              </a:lnSpc>
              <a:spcBef>
                <a:spcPts val="0"/>
              </a:spcBef>
              <a:spcAft>
                <a:spcPts val="0"/>
              </a:spcAft>
              <a:buSzPts val="2000"/>
              <a:buFont typeface="Raleway"/>
              <a:buNone/>
              <a:defRPr b="1" sz="2000">
                <a:latin typeface="Raleway"/>
                <a:ea typeface="Raleway"/>
                <a:cs typeface="Raleway"/>
                <a:sym typeface="Raleway"/>
              </a:defRPr>
            </a:lvl6pPr>
            <a:lvl7pPr lvl="6" rtl="0" algn="ctr">
              <a:lnSpc>
                <a:spcPct val="100000"/>
              </a:lnSpc>
              <a:spcBef>
                <a:spcPts val="0"/>
              </a:spcBef>
              <a:spcAft>
                <a:spcPts val="0"/>
              </a:spcAft>
              <a:buSzPts val="2000"/>
              <a:buFont typeface="Raleway"/>
              <a:buNone/>
              <a:defRPr b="1" sz="2000">
                <a:latin typeface="Raleway"/>
                <a:ea typeface="Raleway"/>
                <a:cs typeface="Raleway"/>
                <a:sym typeface="Raleway"/>
              </a:defRPr>
            </a:lvl7pPr>
            <a:lvl8pPr lvl="7" rtl="0" algn="ctr">
              <a:lnSpc>
                <a:spcPct val="100000"/>
              </a:lnSpc>
              <a:spcBef>
                <a:spcPts val="0"/>
              </a:spcBef>
              <a:spcAft>
                <a:spcPts val="0"/>
              </a:spcAft>
              <a:buSzPts val="2000"/>
              <a:buFont typeface="Raleway"/>
              <a:buNone/>
              <a:defRPr b="1" sz="2000">
                <a:latin typeface="Raleway"/>
                <a:ea typeface="Raleway"/>
                <a:cs typeface="Raleway"/>
                <a:sym typeface="Raleway"/>
              </a:defRPr>
            </a:lvl8pPr>
            <a:lvl9pPr lvl="8" rtl="0" algn="ctr">
              <a:lnSpc>
                <a:spcPct val="100000"/>
              </a:lnSpc>
              <a:spcBef>
                <a:spcPts val="0"/>
              </a:spcBef>
              <a:spcAft>
                <a:spcPts val="0"/>
              </a:spcAft>
              <a:buSzPts val="2000"/>
              <a:buFont typeface="Raleway"/>
              <a:buNone/>
              <a:defRPr b="1" sz="2000">
                <a:latin typeface="Raleway"/>
                <a:ea typeface="Raleway"/>
                <a:cs typeface="Raleway"/>
                <a:sym typeface="Raleway"/>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ive columns">
  <p:cSld name="CUSTOM_7_1">
    <p:spTree>
      <p:nvGrpSpPr>
        <p:cNvPr id="210" name="Shape 210"/>
        <p:cNvGrpSpPr/>
        <p:nvPr/>
      </p:nvGrpSpPr>
      <p:grpSpPr>
        <a:xfrm>
          <a:off x="0" y="0"/>
          <a:ext cx="0" cy="0"/>
          <a:chOff x="0" y="0"/>
          <a:chExt cx="0" cy="0"/>
        </a:xfrm>
      </p:grpSpPr>
      <p:grpSp>
        <p:nvGrpSpPr>
          <p:cNvPr id="211" name="Google Shape;211;p31"/>
          <p:cNvGrpSpPr/>
          <p:nvPr/>
        </p:nvGrpSpPr>
        <p:grpSpPr>
          <a:xfrm flipH="1">
            <a:off x="-3336773" y="-4209191"/>
            <a:ext cx="14286840" cy="11676792"/>
            <a:chOff x="-1736573" y="-4209191"/>
            <a:chExt cx="14286840" cy="11676792"/>
          </a:xfrm>
        </p:grpSpPr>
        <p:pic>
          <p:nvPicPr>
            <p:cNvPr id="212" name="Google Shape;212;p31"/>
            <p:cNvPicPr preferRelativeResize="0"/>
            <p:nvPr/>
          </p:nvPicPr>
          <p:blipFill>
            <a:blip r:embed="rId2">
              <a:alphaModFix/>
            </a:blip>
            <a:stretch>
              <a:fillRect/>
            </a:stretch>
          </p:blipFill>
          <p:spPr>
            <a:xfrm flipH="1">
              <a:off x="-1736573" y="2324100"/>
              <a:ext cx="4387547" cy="5143501"/>
            </a:xfrm>
            <a:prstGeom prst="rect">
              <a:avLst/>
            </a:prstGeom>
            <a:noFill/>
            <a:ln>
              <a:noFill/>
            </a:ln>
          </p:spPr>
        </p:pic>
        <p:pic>
          <p:nvPicPr>
            <p:cNvPr id="213" name="Google Shape;213;p31"/>
            <p:cNvPicPr preferRelativeResize="0"/>
            <p:nvPr/>
          </p:nvPicPr>
          <p:blipFill rotWithShape="1">
            <a:blip r:embed="rId3">
              <a:alphaModFix/>
            </a:blip>
            <a:srcRect b="0" l="0" r="0" t="0"/>
            <a:stretch/>
          </p:blipFill>
          <p:spPr>
            <a:xfrm rot="5141246">
              <a:off x="5786796" y="-1363711"/>
              <a:ext cx="9144006" cy="3705823"/>
            </a:xfrm>
            <a:prstGeom prst="rect">
              <a:avLst/>
            </a:prstGeom>
            <a:noFill/>
            <a:ln>
              <a:noFill/>
            </a:ln>
          </p:spPr>
        </p:pic>
      </p:grpSp>
      <p:sp>
        <p:nvSpPr>
          <p:cNvPr id="214" name="Google Shape;214;p3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15" name="Google Shape;215;p31"/>
          <p:cNvSpPr txBox="1"/>
          <p:nvPr>
            <p:ph idx="1" type="subTitle"/>
          </p:nvPr>
        </p:nvSpPr>
        <p:spPr>
          <a:xfrm>
            <a:off x="720034" y="1808086"/>
            <a:ext cx="2425200" cy="923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16" name="Google Shape;216;p31"/>
          <p:cNvSpPr txBox="1"/>
          <p:nvPr>
            <p:ph idx="2" type="subTitle"/>
          </p:nvPr>
        </p:nvSpPr>
        <p:spPr>
          <a:xfrm>
            <a:off x="3359400" y="1808086"/>
            <a:ext cx="2425200" cy="923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17" name="Google Shape;217;p31"/>
          <p:cNvSpPr txBox="1"/>
          <p:nvPr>
            <p:ph idx="3" type="subTitle"/>
          </p:nvPr>
        </p:nvSpPr>
        <p:spPr>
          <a:xfrm>
            <a:off x="2039717" y="3306550"/>
            <a:ext cx="2425200" cy="923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18" name="Google Shape;218;p31"/>
          <p:cNvSpPr txBox="1"/>
          <p:nvPr>
            <p:ph idx="4" type="subTitle"/>
          </p:nvPr>
        </p:nvSpPr>
        <p:spPr>
          <a:xfrm>
            <a:off x="4679083" y="3306550"/>
            <a:ext cx="2425200" cy="923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19" name="Google Shape;219;p31"/>
          <p:cNvSpPr txBox="1"/>
          <p:nvPr>
            <p:ph idx="5" type="subTitle"/>
          </p:nvPr>
        </p:nvSpPr>
        <p:spPr>
          <a:xfrm>
            <a:off x="5998766" y="1808086"/>
            <a:ext cx="2425200" cy="923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20" name="Google Shape;220;p31"/>
          <p:cNvSpPr txBox="1"/>
          <p:nvPr>
            <p:ph idx="6" type="subTitle"/>
          </p:nvPr>
        </p:nvSpPr>
        <p:spPr>
          <a:xfrm>
            <a:off x="720034" y="1391675"/>
            <a:ext cx="2425200" cy="4926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000"/>
              <a:buFont typeface="Raleway"/>
              <a:buNone/>
              <a:defRPr b="1" sz="2000">
                <a:solidFill>
                  <a:schemeClr val="dk1"/>
                </a:solidFill>
                <a:latin typeface="Raleway"/>
                <a:ea typeface="Raleway"/>
                <a:cs typeface="Raleway"/>
                <a:sym typeface="Raleway"/>
              </a:defRPr>
            </a:lvl1pPr>
            <a:lvl2pPr lvl="1" rtl="0" algn="ctr">
              <a:lnSpc>
                <a:spcPct val="100000"/>
              </a:lnSpc>
              <a:spcBef>
                <a:spcPts val="0"/>
              </a:spcBef>
              <a:spcAft>
                <a:spcPts val="0"/>
              </a:spcAft>
              <a:buSzPts val="2000"/>
              <a:buFont typeface="Raleway"/>
              <a:buNone/>
              <a:defRPr b="1" sz="2000">
                <a:latin typeface="Raleway"/>
                <a:ea typeface="Raleway"/>
                <a:cs typeface="Raleway"/>
                <a:sym typeface="Raleway"/>
              </a:defRPr>
            </a:lvl2pPr>
            <a:lvl3pPr lvl="2" rtl="0" algn="ctr">
              <a:lnSpc>
                <a:spcPct val="100000"/>
              </a:lnSpc>
              <a:spcBef>
                <a:spcPts val="0"/>
              </a:spcBef>
              <a:spcAft>
                <a:spcPts val="0"/>
              </a:spcAft>
              <a:buSzPts val="2000"/>
              <a:buFont typeface="Raleway"/>
              <a:buNone/>
              <a:defRPr b="1" sz="2000">
                <a:latin typeface="Raleway"/>
                <a:ea typeface="Raleway"/>
                <a:cs typeface="Raleway"/>
                <a:sym typeface="Raleway"/>
              </a:defRPr>
            </a:lvl3pPr>
            <a:lvl4pPr lvl="3" rtl="0" algn="ctr">
              <a:lnSpc>
                <a:spcPct val="100000"/>
              </a:lnSpc>
              <a:spcBef>
                <a:spcPts val="0"/>
              </a:spcBef>
              <a:spcAft>
                <a:spcPts val="0"/>
              </a:spcAft>
              <a:buSzPts val="2000"/>
              <a:buFont typeface="Raleway"/>
              <a:buNone/>
              <a:defRPr b="1" sz="2000">
                <a:latin typeface="Raleway"/>
                <a:ea typeface="Raleway"/>
                <a:cs typeface="Raleway"/>
                <a:sym typeface="Raleway"/>
              </a:defRPr>
            </a:lvl4pPr>
            <a:lvl5pPr lvl="4" rtl="0" algn="ctr">
              <a:lnSpc>
                <a:spcPct val="100000"/>
              </a:lnSpc>
              <a:spcBef>
                <a:spcPts val="0"/>
              </a:spcBef>
              <a:spcAft>
                <a:spcPts val="0"/>
              </a:spcAft>
              <a:buSzPts val="2000"/>
              <a:buFont typeface="Raleway"/>
              <a:buNone/>
              <a:defRPr b="1" sz="2000">
                <a:latin typeface="Raleway"/>
                <a:ea typeface="Raleway"/>
                <a:cs typeface="Raleway"/>
                <a:sym typeface="Raleway"/>
              </a:defRPr>
            </a:lvl5pPr>
            <a:lvl6pPr lvl="5" rtl="0" algn="ctr">
              <a:lnSpc>
                <a:spcPct val="100000"/>
              </a:lnSpc>
              <a:spcBef>
                <a:spcPts val="0"/>
              </a:spcBef>
              <a:spcAft>
                <a:spcPts val="0"/>
              </a:spcAft>
              <a:buSzPts val="2000"/>
              <a:buFont typeface="Raleway"/>
              <a:buNone/>
              <a:defRPr b="1" sz="2000">
                <a:latin typeface="Raleway"/>
                <a:ea typeface="Raleway"/>
                <a:cs typeface="Raleway"/>
                <a:sym typeface="Raleway"/>
              </a:defRPr>
            </a:lvl6pPr>
            <a:lvl7pPr lvl="6" rtl="0" algn="ctr">
              <a:lnSpc>
                <a:spcPct val="100000"/>
              </a:lnSpc>
              <a:spcBef>
                <a:spcPts val="0"/>
              </a:spcBef>
              <a:spcAft>
                <a:spcPts val="0"/>
              </a:spcAft>
              <a:buSzPts val="2000"/>
              <a:buFont typeface="Raleway"/>
              <a:buNone/>
              <a:defRPr b="1" sz="2000">
                <a:latin typeface="Raleway"/>
                <a:ea typeface="Raleway"/>
                <a:cs typeface="Raleway"/>
                <a:sym typeface="Raleway"/>
              </a:defRPr>
            </a:lvl7pPr>
            <a:lvl8pPr lvl="7" rtl="0" algn="ctr">
              <a:lnSpc>
                <a:spcPct val="100000"/>
              </a:lnSpc>
              <a:spcBef>
                <a:spcPts val="0"/>
              </a:spcBef>
              <a:spcAft>
                <a:spcPts val="0"/>
              </a:spcAft>
              <a:buSzPts val="2000"/>
              <a:buFont typeface="Raleway"/>
              <a:buNone/>
              <a:defRPr b="1" sz="2000">
                <a:latin typeface="Raleway"/>
                <a:ea typeface="Raleway"/>
                <a:cs typeface="Raleway"/>
                <a:sym typeface="Raleway"/>
              </a:defRPr>
            </a:lvl8pPr>
            <a:lvl9pPr lvl="8" rtl="0" algn="ctr">
              <a:lnSpc>
                <a:spcPct val="100000"/>
              </a:lnSpc>
              <a:spcBef>
                <a:spcPts val="0"/>
              </a:spcBef>
              <a:spcAft>
                <a:spcPts val="0"/>
              </a:spcAft>
              <a:buSzPts val="2000"/>
              <a:buFont typeface="Raleway"/>
              <a:buNone/>
              <a:defRPr b="1" sz="2000">
                <a:latin typeface="Raleway"/>
                <a:ea typeface="Raleway"/>
                <a:cs typeface="Raleway"/>
                <a:sym typeface="Raleway"/>
              </a:defRPr>
            </a:lvl9pPr>
          </a:lstStyle>
          <a:p/>
        </p:txBody>
      </p:sp>
      <p:sp>
        <p:nvSpPr>
          <p:cNvPr id="221" name="Google Shape;221;p31"/>
          <p:cNvSpPr txBox="1"/>
          <p:nvPr>
            <p:ph idx="7" type="subTitle"/>
          </p:nvPr>
        </p:nvSpPr>
        <p:spPr>
          <a:xfrm>
            <a:off x="3359400" y="1391675"/>
            <a:ext cx="2425200" cy="4926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000"/>
              <a:buFont typeface="Raleway"/>
              <a:buNone/>
              <a:defRPr b="1" sz="2000">
                <a:solidFill>
                  <a:schemeClr val="dk1"/>
                </a:solidFill>
                <a:latin typeface="Raleway"/>
                <a:ea typeface="Raleway"/>
                <a:cs typeface="Raleway"/>
                <a:sym typeface="Raleway"/>
              </a:defRPr>
            </a:lvl1pPr>
            <a:lvl2pPr lvl="1" rtl="0" algn="ctr">
              <a:lnSpc>
                <a:spcPct val="100000"/>
              </a:lnSpc>
              <a:spcBef>
                <a:spcPts val="0"/>
              </a:spcBef>
              <a:spcAft>
                <a:spcPts val="0"/>
              </a:spcAft>
              <a:buSzPts val="2000"/>
              <a:buFont typeface="Raleway"/>
              <a:buNone/>
              <a:defRPr b="1" sz="2000">
                <a:latin typeface="Raleway"/>
                <a:ea typeface="Raleway"/>
                <a:cs typeface="Raleway"/>
                <a:sym typeface="Raleway"/>
              </a:defRPr>
            </a:lvl2pPr>
            <a:lvl3pPr lvl="2" rtl="0" algn="ctr">
              <a:lnSpc>
                <a:spcPct val="100000"/>
              </a:lnSpc>
              <a:spcBef>
                <a:spcPts val="0"/>
              </a:spcBef>
              <a:spcAft>
                <a:spcPts val="0"/>
              </a:spcAft>
              <a:buSzPts val="2000"/>
              <a:buFont typeface="Raleway"/>
              <a:buNone/>
              <a:defRPr b="1" sz="2000">
                <a:latin typeface="Raleway"/>
                <a:ea typeface="Raleway"/>
                <a:cs typeface="Raleway"/>
                <a:sym typeface="Raleway"/>
              </a:defRPr>
            </a:lvl3pPr>
            <a:lvl4pPr lvl="3" rtl="0" algn="ctr">
              <a:lnSpc>
                <a:spcPct val="100000"/>
              </a:lnSpc>
              <a:spcBef>
                <a:spcPts val="0"/>
              </a:spcBef>
              <a:spcAft>
                <a:spcPts val="0"/>
              </a:spcAft>
              <a:buSzPts val="2000"/>
              <a:buFont typeface="Raleway"/>
              <a:buNone/>
              <a:defRPr b="1" sz="2000">
                <a:latin typeface="Raleway"/>
                <a:ea typeface="Raleway"/>
                <a:cs typeface="Raleway"/>
                <a:sym typeface="Raleway"/>
              </a:defRPr>
            </a:lvl4pPr>
            <a:lvl5pPr lvl="4" rtl="0" algn="ctr">
              <a:lnSpc>
                <a:spcPct val="100000"/>
              </a:lnSpc>
              <a:spcBef>
                <a:spcPts val="0"/>
              </a:spcBef>
              <a:spcAft>
                <a:spcPts val="0"/>
              </a:spcAft>
              <a:buSzPts val="2000"/>
              <a:buFont typeface="Raleway"/>
              <a:buNone/>
              <a:defRPr b="1" sz="2000">
                <a:latin typeface="Raleway"/>
                <a:ea typeface="Raleway"/>
                <a:cs typeface="Raleway"/>
                <a:sym typeface="Raleway"/>
              </a:defRPr>
            </a:lvl5pPr>
            <a:lvl6pPr lvl="5" rtl="0" algn="ctr">
              <a:lnSpc>
                <a:spcPct val="100000"/>
              </a:lnSpc>
              <a:spcBef>
                <a:spcPts val="0"/>
              </a:spcBef>
              <a:spcAft>
                <a:spcPts val="0"/>
              </a:spcAft>
              <a:buSzPts val="2000"/>
              <a:buFont typeface="Raleway"/>
              <a:buNone/>
              <a:defRPr b="1" sz="2000">
                <a:latin typeface="Raleway"/>
                <a:ea typeface="Raleway"/>
                <a:cs typeface="Raleway"/>
                <a:sym typeface="Raleway"/>
              </a:defRPr>
            </a:lvl6pPr>
            <a:lvl7pPr lvl="6" rtl="0" algn="ctr">
              <a:lnSpc>
                <a:spcPct val="100000"/>
              </a:lnSpc>
              <a:spcBef>
                <a:spcPts val="0"/>
              </a:spcBef>
              <a:spcAft>
                <a:spcPts val="0"/>
              </a:spcAft>
              <a:buSzPts val="2000"/>
              <a:buFont typeface="Raleway"/>
              <a:buNone/>
              <a:defRPr b="1" sz="2000">
                <a:latin typeface="Raleway"/>
                <a:ea typeface="Raleway"/>
                <a:cs typeface="Raleway"/>
                <a:sym typeface="Raleway"/>
              </a:defRPr>
            </a:lvl7pPr>
            <a:lvl8pPr lvl="7" rtl="0" algn="ctr">
              <a:lnSpc>
                <a:spcPct val="100000"/>
              </a:lnSpc>
              <a:spcBef>
                <a:spcPts val="0"/>
              </a:spcBef>
              <a:spcAft>
                <a:spcPts val="0"/>
              </a:spcAft>
              <a:buSzPts val="2000"/>
              <a:buFont typeface="Raleway"/>
              <a:buNone/>
              <a:defRPr b="1" sz="2000">
                <a:latin typeface="Raleway"/>
                <a:ea typeface="Raleway"/>
                <a:cs typeface="Raleway"/>
                <a:sym typeface="Raleway"/>
              </a:defRPr>
            </a:lvl8pPr>
            <a:lvl9pPr lvl="8" rtl="0" algn="ctr">
              <a:lnSpc>
                <a:spcPct val="100000"/>
              </a:lnSpc>
              <a:spcBef>
                <a:spcPts val="0"/>
              </a:spcBef>
              <a:spcAft>
                <a:spcPts val="0"/>
              </a:spcAft>
              <a:buSzPts val="2000"/>
              <a:buFont typeface="Raleway"/>
              <a:buNone/>
              <a:defRPr b="1" sz="2000">
                <a:latin typeface="Raleway"/>
                <a:ea typeface="Raleway"/>
                <a:cs typeface="Raleway"/>
                <a:sym typeface="Raleway"/>
              </a:defRPr>
            </a:lvl9pPr>
          </a:lstStyle>
          <a:p/>
        </p:txBody>
      </p:sp>
      <p:sp>
        <p:nvSpPr>
          <p:cNvPr id="222" name="Google Shape;222;p31"/>
          <p:cNvSpPr txBox="1"/>
          <p:nvPr>
            <p:ph idx="8" type="subTitle"/>
          </p:nvPr>
        </p:nvSpPr>
        <p:spPr>
          <a:xfrm>
            <a:off x="5998766" y="1391675"/>
            <a:ext cx="2425200" cy="4926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000"/>
              <a:buFont typeface="Raleway"/>
              <a:buNone/>
              <a:defRPr b="1" sz="2000">
                <a:solidFill>
                  <a:schemeClr val="dk1"/>
                </a:solidFill>
                <a:latin typeface="Raleway"/>
                <a:ea typeface="Raleway"/>
                <a:cs typeface="Raleway"/>
                <a:sym typeface="Raleway"/>
              </a:defRPr>
            </a:lvl1pPr>
            <a:lvl2pPr lvl="1" rtl="0" algn="ctr">
              <a:lnSpc>
                <a:spcPct val="100000"/>
              </a:lnSpc>
              <a:spcBef>
                <a:spcPts val="0"/>
              </a:spcBef>
              <a:spcAft>
                <a:spcPts val="0"/>
              </a:spcAft>
              <a:buSzPts val="2000"/>
              <a:buFont typeface="Raleway"/>
              <a:buNone/>
              <a:defRPr b="1" sz="2000">
                <a:latin typeface="Raleway"/>
                <a:ea typeface="Raleway"/>
                <a:cs typeface="Raleway"/>
                <a:sym typeface="Raleway"/>
              </a:defRPr>
            </a:lvl2pPr>
            <a:lvl3pPr lvl="2" rtl="0" algn="ctr">
              <a:lnSpc>
                <a:spcPct val="100000"/>
              </a:lnSpc>
              <a:spcBef>
                <a:spcPts val="0"/>
              </a:spcBef>
              <a:spcAft>
                <a:spcPts val="0"/>
              </a:spcAft>
              <a:buSzPts val="2000"/>
              <a:buFont typeface="Raleway"/>
              <a:buNone/>
              <a:defRPr b="1" sz="2000">
                <a:latin typeface="Raleway"/>
                <a:ea typeface="Raleway"/>
                <a:cs typeface="Raleway"/>
                <a:sym typeface="Raleway"/>
              </a:defRPr>
            </a:lvl3pPr>
            <a:lvl4pPr lvl="3" rtl="0" algn="ctr">
              <a:lnSpc>
                <a:spcPct val="100000"/>
              </a:lnSpc>
              <a:spcBef>
                <a:spcPts val="0"/>
              </a:spcBef>
              <a:spcAft>
                <a:spcPts val="0"/>
              </a:spcAft>
              <a:buSzPts val="2000"/>
              <a:buFont typeface="Raleway"/>
              <a:buNone/>
              <a:defRPr b="1" sz="2000">
                <a:latin typeface="Raleway"/>
                <a:ea typeface="Raleway"/>
                <a:cs typeface="Raleway"/>
                <a:sym typeface="Raleway"/>
              </a:defRPr>
            </a:lvl4pPr>
            <a:lvl5pPr lvl="4" rtl="0" algn="ctr">
              <a:lnSpc>
                <a:spcPct val="100000"/>
              </a:lnSpc>
              <a:spcBef>
                <a:spcPts val="0"/>
              </a:spcBef>
              <a:spcAft>
                <a:spcPts val="0"/>
              </a:spcAft>
              <a:buSzPts val="2000"/>
              <a:buFont typeface="Raleway"/>
              <a:buNone/>
              <a:defRPr b="1" sz="2000">
                <a:latin typeface="Raleway"/>
                <a:ea typeface="Raleway"/>
                <a:cs typeface="Raleway"/>
                <a:sym typeface="Raleway"/>
              </a:defRPr>
            </a:lvl5pPr>
            <a:lvl6pPr lvl="5" rtl="0" algn="ctr">
              <a:lnSpc>
                <a:spcPct val="100000"/>
              </a:lnSpc>
              <a:spcBef>
                <a:spcPts val="0"/>
              </a:spcBef>
              <a:spcAft>
                <a:spcPts val="0"/>
              </a:spcAft>
              <a:buSzPts val="2000"/>
              <a:buFont typeface="Raleway"/>
              <a:buNone/>
              <a:defRPr b="1" sz="2000">
                <a:latin typeface="Raleway"/>
                <a:ea typeface="Raleway"/>
                <a:cs typeface="Raleway"/>
                <a:sym typeface="Raleway"/>
              </a:defRPr>
            </a:lvl6pPr>
            <a:lvl7pPr lvl="6" rtl="0" algn="ctr">
              <a:lnSpc>
                <a:spcPct val="100000"/>
              </a:lnSpc>
              <a:spcBef>
                <a:spcPts val="0"/>
              </a:spcBef>
              <a:spcAft>
                <a:spcPts val="0"/>
              </a:spcAft>
              <a:buSzPts val="2000"/>
              <a:buFont typeface="Raleway"/>
              <a:buNone/>
              <a:defRPr b="1" sz="2000">
                <a:latin typeface="Raleway"/>
                <a:ea typeface="Raleway"/>
                <a:cs typeface="Raleway"/>
                <a:sym typeface="Raleway"/>
              </a:defRPr>
            </a:lvl7pPr>
            <a:lvl8pPr lvl="7" rtl="0" algn="ctr">
              <a:lnSpc>
                <a:spcPct val="100000"/>
              </a:lnSpc>
              <a:spcBef>
                <a:spcPts val="0"/>
              </a:spcBef>
              <a:spcAft>
                <a:spcPts val="0"/>
              </a:spcAft>
              <a:buSzPts val="2000"/>
              <a:buFont typeface="Raleway"/>
              <a:buNone/>
              <a:defRPr b="1" sz="2000">
                <a:latin typeface="Raleway"/>
                <a:ea typeface="Raleway"/>
                <a:cs typeface="Raleway"/>
                <a:sym typeface="Raleway"/>
              </a:defRPr>
            </a:lvl8pPr>
            <a:lvl9pPr lvl="8" rtl="0" algn="ctr">
              <a:lnSpc>
                <a:spcPct val="100000"/>
              </a:lnSpc>
              <a:spcBef>
                <a:spcPts val="0"/>
              </a:spcBef>
              <a:spcAft>
                <a:spcPts val="0"/>
              </a:spcAft>
              <a:buSzPts val="2000"/>
              <a:buFont typeface="Raleway"/>
              <a:buNone/>
              <a:defRPr b="1" sz="2000">
                <a:latin typeface="Raleway"/>
                <a:ea typeface="Raleway"/>
                <a:cs typeface="Raleway"/>
                <a:sym typeface="Raleway"/>
              </a:defRPr>
            </a:lvl9pPr>
          </a:lstStyle>
          <a:p/>
        </p:txBody>
      </p:sp>
      <p:sp>
        <p:nvSpPr>
          <p:cNvPr id="223" name="Google Shape;223;p31"/>
          <p:cNvSpPr txBox="1"/>
          <p:nvPr>
            <p:ph idx="9" type="subTitle"/>
          </p:nvPr>
        </p:nvSpPr>
        <p:spPr>
          <a:xfrm>
            <a:off x="2039717" y="2890152"/>
            <a:ext cx="2425200" cy="4926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000"/>
              <a:buFont typeface="Raleway"/>
              <a:buNone/>
              <a:defRPr b="1" sz="2000">
                <a:solidFill>
                  <a:schemeClr val="dk1"/>
                </a:solidFill>
                <a:latin typeface="Raleway"/>
                <a:ea typeface="Raleway"/>
                <a:cs typeface="Raleway"/>
                <a:sym typeface="Raleway"/>
              </a:defRPr>
            </a:lvl1pPr>
            <a:lvl2pPr lvl="1" rtl="0" algn="ctr">
              <a:lnSpc>
                <a:spcPct val="100000"/>
              </a:lnSpc>
              <a:spcBef>
                <a:spcPts val="0"/>
              </a:spcBef>
              <a:spcAft>
                <a:spcPts val="0"/>
              </a:spcAft>
              <a:buSzPts val="2000"/>
              <a:buFont typeface="Raleway"/>
              <a:buNone/>
              <a:defRPr b="1" sz="2000">
                <a:latin typeface="Raleway"/>
                <a:ea typeface="Raleway"/>
                <a:cs typeface="Raleway"/>
                <a:sym typeface="Raleway"/>
              </a:defRPr>
            </a:lvl2pPr>
            <a:lvl3pPr lvl="2" rtl="0" algn="ctr">
              <a:lnSpc>
                <a:spcPct val="100000"/>
              </a:lnSpc>
              <a:spcBef>
                <a:spcPts val="0"/>
              </a:spcBef>
              <a:spcAft>
                <a:spcPts val="0"/>
              </a:spcAft>
              <a:buSzPts val="2000"/>
              <a:buFont typeface="Raleway"/>
              <a:buNone/>
              <a:defRPr b="1" sz="2000">
                <a:latin typeface="Raleway"/>
                <a:ea typeface="Raleway"/>
                <a:cs typeface="Raleway"/>
                <a:sym typeface="Raleway"/>
              </a:defRPr>
            </a:lvl3pPr>
            <a:lvl4pPr lvl="3" rtl="0" algn="ctr">
              <a:lnSpc>
                <a:spcPct val="100000"/>
              </a:lnSpc>
              <a:spcBef>
                <a:spcPts val="0"/>
              </a:spcBef>
              <a:spcAft>
                <a:spcPts val="0"/>
              </a:spcAft>
              <a:buSzPts val="2000"/>
              <a:buFont typeface="Raleway"/>
              <a:buNone/>
              <a:defRPr b="1" sz="2000">
                <a:latin typeface="Raleway"/>
                <a:ea typeface="Raleway"/>
                <a:cs typeface="Raleway"/>
                <a:sym typeface="Raleway"/>
              </a:defRPr>
            </a:lvl4pPr>
            <a:lvl5pPr lvl="4" rtl="0" algn="ctr">
              <a:lnSpc>
                <a:spcPct val="100000"/>
              </a:lnSpc>
              <a:spcBef>
                <a:spcPts val="0"/>
              </a:spcBef>
              <a:spcAft>
                <a:spcPts val="0"/>
              </a:spcAft>
              <a:buSzPts val="2000"/>
              <a:buFont typeface="Raleway"/>
              <a:buNone/>
              <a:defRPr b="1" sz="2000">
                <a:latin typeface="Raleway"/>
                <a:ea typeface="Raleway"/>
                <a:cs typeface="Raleway"/>
                <a:sym typeface="Raleway"/>
              </a:defRPr>
            </a:lvl5pPr>
            <a:lvl6pPr lvl="5" rtl="0" algn="ctr">
              <a:lnSpc>
                <a:spcPct val="100000"/>
              </a:lnSpc>
              <a:spcBef>
                <a:spcPts val="0"/>
              </a:spcBef>
              <a:spcAft>
                <a:spcPts val="0"/>
              </a:spcAft>
              <a:buSzPts val="2000"/>
              <a:buFont typeface="Raleway"/>
              <a:buNone/>
              <a:defRPr b="1" sz="2000">
                <a:latin typeface="Raleway"/>
                <a:ea typeface="Raleway"/>
                <a:cs typeface="Raleway"/>
                <a:sym typeface="Raleway"/>
              </a:defRPr>
            </a:lvl6pPr>
            <a:lvl7pPr lvl="6" rtl="0" algn="ctr">
              <a:lnSpc>
                <a:spcPct val="100000"/>
              </a:lnSpc>
              <a:spcBef>
                <a:spcPts val="0"/>
              </a:spcBef>
              <a:spcAft>
                <a:spcPts val="0"/>
              </a:spcAft>
              <a:buSzPts val="2000"/>
              <a:buFont typeface="Raleway"/>
              <a:buNone/>
              <a:defRPr b="1" sz="2000">
                <a:latin typeface="Raleway"/>
                <a:ea typeface="Raleway"/>
                <a:cs typeface="Raleway"/>
                <a:sym typeface="Raleway"/>
              </a:defRPr>
            </a:lvl7pPr>
            <a:lvl8pPr lvl="7" rtl="0" algn="ctr">
              <a:lnSpc>
                <a:spcPct val="100000"/>
              </a:lnSpc>
              <a:spcBef>
                <a:spcPts val="0"/>
              </a:spcBef>
              <a:spcAft>
                <a:spcPts val="0"/>
              </a:spcAft>
              <a:buSzPts val="2000"/>
              <a:buFont typeface="Raleway"/>
              <a:buNone/>
              <a:defRPr b="1" sz="2000">
                <a:latin typeface="Raleway"/>
                <a:ea typeface="Raleway"/>
                <a:cs typeface="Raleway"/>
                <a:sym typeface="Raleway"/>
              </a:defRPr>
            </a:lvl8pPr>
            <a:lvl9pPr lvl="8" rtl="0" algn="ctr">
              <a:lnSpc>
                <a:spcPct val="100000"/>
              </a:lnSpc>
              <a:spcBef>
                <a:spcPts val="0"/>
              </a:spcBef>
              <a:spcAft>
                <a:spcPts val="0"/>
              </a:spcAft>
              <a:buSzPts val="2000"/>
              <a:buFont typeface="Raleway"/>
              <a:buNone/>
              <a:defRPr b="1" sz="2000">
                <a:latin typeface="Raleway"/>
                <a:ea typeface="Raleway"/>
                <a:cs typeface="Raleway"/>
                <a:sym typeface="Raleway"/>
              </a:defRPr>
            </a:lvl9pPr>
          </a:lstStyle>
          <a:p/>
        </p:txBody>
      </p:sp>
      <p:sp>
        <p:nvSpPr>
          <p:cNvPr id="224" name="Google Shape;224;p31"/>
          <p:cNvSpPr txBox="1"/>
          <p:nvPr>
            <p:ph idx="13" type="subTitle"/>
          </p:nvPr>
        </p:nvSpPr>
        <p:spPr>
          <a:xfrm>
            <a:off x="4679083" y="2890152"/>
            <a:ext cx="2425200" cy="4926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000"/>
              <a:buFont typeface="Raleway"/>
              <a:buNone/>
              <a:defRPr b="1" sz="2000">
                <a:solidFill>
                  <a:schemeClr val="dk1"/>
                </a:solidFill>
                <a:latin typeface="Raleway"/>
                <a:ea typeface="Raleway"/>
                <a:cs typeface="Raleway"/>
                <a:sym typeface="Raleway"/>
              </a:defRPr>
            </a:lvl1pPr>
            <a:lvl2pPr lvl="1" rtl="0" algn="ctr">
              <a:lnSpc>
                <a:spcPct val="100000"/>
              </a:lnSpc>
              <a:spcBef>
                <a:spcPts val="0"/>
              </a:spcBef>
              <a:spcAft>
                <a:spcPts val="0"/>
              </a:spcAft>
              <a:buSzPts val="2000"/>
              <a:buFont typeface="Raleway"/>
              <a:buNone/>
              <a:defRPr b="1" sz="2000">
                <a:latin typeface="Raleway"/>
                <a:ea typeface="Raleway"/>
                <a:cs typeface="Raleway"/>
                <a:sym typeface="Raleway"/>
              </a:defRPr>
            </a:lvl2pPr>
            <a:lvl3pPr lvl="2" rtl="0" algn="ctr">
              <a:lnSpc>
                <a:spcPct val="100000"/>
              </a:lnSpc>
              <a:spcBef>
                <a:spcPts val="0"/>
              </a:spcBef>
              <a:spcAft>
                <a:spcPts val="0"/>
              </a:spcAft>
              <a:buSzPts val="2000"/>
              <a:buFont typeface="Raleway"/>
              <a:buNone/>
              <a:defRPr b="1" sz="2000">
                <a:latin typeface="Raleway"/>
                <a:ea typeface="Raleway"/>
                <a:cs typeface="Raleway"/>
                <a:sym typeface="Raleway"/>
              </a:defRPr>
            </a:lvl3pPr>
            <a:lvl4pPr lvl="3" rtl="0" algn="ctr">
              <a:lnSpc>
                <a:spcPct val="100000"/>
              </a:lnSpc>
              <a:spcBef>
                <a:spcPts val="0"/>
              </a:spcBef>
              <a:spcAft>
                <a:spcPts val="0"/>
              </a:spcAft>
              <a:buSzPts val="2000"/>
              <a:buFont typeface="Raleway"/>
              <a:buNone/>
              <a:defRPr b="1" sz="2000">
                <a:latin typeface="Raleway"/>
                <a:ea typeface="Raleway"/>
                <a:cs typeface="Raleway"/>
                <a:sym typeface="Raleway"/>
              </a:defRPr>
            </a:lvl4pPr>
            <a:lvl5pPr lvl="4" rtl="0" algn="ctr">
              <a:lnSpc>
                <a:spcPct val="100000"/>
              </a:lnSpc>
              <a:spcBef>
                <a:spcPts val="0"/>
              </a:spcBef>
              <a:spcAft>
                <a:spcPts val="0"/>
              </a:spcAft>
              <a:buSzPts val="2000"/>
              <a:buFont typeface="Raleway"/>
              <a:buNone/>
              <a:defRPr b="1" sz="2000">
                <a:latin typeface="Raleway"/>
                <a:ea typeface="Raleway"/>
                <a:cs typeface="Raleway"/>
                <a:sym typeface="Raleway"/>
              </a:defRPr>
            </a:lvl5pPr>
            <a:lvl6pPr lvl="5" rtl="0" algn="ctr">
              <a:lnSpc>
                <a:spcPct val="100000"/>
              </a:lnSpc>
              <a:spcBef>
                <a:spcPts val="0"/>
              </a:spcBef>
              <a:spcAft>
                <a:spcPts val="0"/>
              </a:spcAft>
              <a:buSzPts val="2000"/>
              <a:buFont typeface="Raleway"/>
              <a:buNone/>
              <a:defRPr b="1" sz="2000">
                <a:latin typeface="Raleway"/>
                <a:ea typeface="Raleway"/>
                <a:cs typeface="Raleway"/>
                <a:sym typeface="Raleway"/>
              </a:defRPr>
            </a:lvl6pPr>
            <a:lvl7pPr lvl="6" rtl="0" algn="ctr">
              <a:lnSpc>
                <a:spcPct val="100000"/>
              </a:lnSpc>
              <a:spcBef>
                <a:spcPts val="0"/>
              </a:spcBef>
              <a:spcAft>
                <a:spcPts val="0"/>
              </a:spcAft>
              <a:buSzPts val="2000"/>
              <a:buFont typeface="Raleway"/>
              <a:buNone/>
              <a:defRPr b="1" sz="2000">
                <a:latin typeface="Raleway"/>
                <a:ea typeface="Raleway"/>
                <a:cs typeface="Raleway"/>
                <a:sym typeface="Raleway"/>
              </a:defRPr>
            </a:lvl7pPr>
            <a:lvl8pPr lvl="7" rtl="0" algn="ctr">
              <a:lnSpc>
                <a:spcPct val="100000"/>
              </a:lnSpc>
              <a:spcBef>
                <a:spcPts val="0"/>
              </a:spcBef>
              <a:spcAft>
                <a:spcPts val="0"/>
              </a:spcAft>
              <a:buSzPts val="2000"/>
              <a:buFont typeface="Raleway"/>
              <a:buNone/>
              <a:defRPr b="1" sz="2000">
                <a:latin typeface="Raleway"/>
                <a:ea typeface="Raleway"/>
                <a:cs typeface="Raleway"/>
                <a:sym typeface="Raleway"/>
              </a:defRPr>
            </a:lvl8pPr>
            <a:lvl9pPr lvl="8" rtl="0" algn="ctr">
              <a:lnSpc>
                <a:spcPct val="100000"/>
              </a:lnSpc>
              <a:spcBef>
                <a:spcPts val="0"/>
              </a:spcBef>
              <a:spcAft>
                <a:spcPts val="0"/>
              </a:spcAft>
              <a:buSzPts val="2000"/>
              <a:buFont typeface="Raleway"/>
              <a:buNone/>
              <a:defRPr b="1" sz="2000">
                <a:latin typeface="Raleway"/>
                <a:ea typeface="Raleway"/>
                <a:cs typeface="Raleway"/>
                <a:sym typeface="Raleway"/>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225" name="Shape 225"/>
        <p:cNvGrpSpPr/>
        <p:nvPr/>
      </p:nvGrpSpPr>
      <p:grpSpPr>
        <a:xfrm>
          <a:off x="0" y="0"/>
          <a:ext cx="0" cy="0"/>
          <a:chOff x="0" y="0"/>
          <a:chExt cx="0" cy="0"/>
        </a:xfrm>
      </p:grpSpPr>
      <p:grpSp>
        <p:nvGrpSpPr>
          <p:cNvPr id="226" name="Google Shape;226;p32"/>
          <p:cNvGrpSpPr/>
          <p:nvPr/>
        </p:nvGrpSpPr>
        <p:grpSpPr>
          <a:xfrm>
            <a:off x="-1736573" y="-4209191"/>
            <a:ext cx="14286840" cy="11676792"/>
            <a:chOff x="-1736573" y="-4209191"/>
            <a:chExt cx="14286840" cy="11676792"/>
          </a:xfrm>
        </p:grpSpPr>
        <p:pic>
          <p:nvPicPr>
            <p:cNvPr id="227" name="Google Shape;227;p32"/>
            <p:cNvPicPr preferRelativeResize="0"/>
            <p:nvPr/>
          </p:nvPicPr>
          <p:blipFill>
            <a:blip r:embed="rId2">
              <a:alphaModFix/>
            </a:blip>
            <a:stretch>
              <a:fillRect/>
            </a:stretch>
          </p:blipFill>
          <p:spPr>
            <a:xfrm flipH="1">
              <a:off x="-1736573" y="2324100"/>
              <a:ext cx="4387547" cy="5143501"/>
            </a:xfrm>
            <a:prstGeom prst="rect">
              <a:avLst/>
            </a:prstGeom>
            <a:noFill/>
            <a:ln>
              <a:noFill/>
            </a:ln>
          </p:spPr>
        </p:pic>
        <p:pic>
          <p:nvPicPr>
            <p:cNvPr id="228" name="Google Shape;228;p32"/>
            <p:cNvPicPr preferRelativeResize="0"/>
            <p:nvPr/>
          </p:nvPicPr>
          <p:blipFill rotWithShape="1">
            <a:blip r:embed="rId3">
              <a:alphaModFix/>
            </a:blip>
            <a:srcRect b="0" l="0" r="0" t="0"/>
            <a:stretch/>
          </p:blipFill>
          <p:spPr>
            <a:xfrm rot="5141246">
              <a:off x="5786796" y="-1363711"/>
              <a:ext cx="9144006" cy="3705823"/>
            </a:xfrm>
            <a:prstGeom prst="rect">
              <a:avLst/>
            </a:prstGeom>
            <a:noFill/>
            <a:ln>
              <a:noFill/>
            </a:ln>
          </p:spPr>
        </p:pic>
      </p:grpSp>
      <p:sp>
        <p:nvSpPr>
          <p:cNvPr id="229" name="Google Shape;229;p3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30" name="Google Shape;230;p32"/>
          <p:cNvSpPr txBox="1"/>
          <p:nvPr>
            <p:ph idx="1" type="subTitle"/>
          </p:nvPr>
        </p:nvSpPr>
        <p:spPr>
          <a:xfrm>
            <a:off x="720034" y="1808099"/>
            <a:ext cx="2425200" cy="923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31" name="Google Shape;231;p32"/>
          <p:cNvSpPr txBox="1"/>
          <p:nvPr>
            <p:ph idx="2" type="subTitle"/>
          </p:nvPr>
        </p:nvSpPr>
        <p:spPr>
          <a:xfrm>
            <a:off x="3359402" y="1808099"/>
            <a:ext cx="2425200" cy="923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32" name="Google Shape;232;p32"/>
          <p:cNvSpPr txBox="1"/>
          <p:nvPr>
            <p:ph idx="3" type="subTitle"/>
          </p:nvPr>
        </p:nvSpPr>
        <p:spPr>
          <a:xfrm>
            <a:off x="720034" y="3306563"/>
            <a:ext cx="2425200" cy="923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33" name="Google Shape;233;p32"/>
          <p:cNvSpPr txBox="1"/>
          <p:nvPr>
            <p:ph idx="4" type="subTitle"/>
          </p:nvPr>
        </p:nvSpPr>
        <p:spPr>
          <a:xfrm>
            <a:off x="3359400" y="3306563"/>
            <a:ext cx="2425200" cy="923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34" name="Google Shape;234;p32"/>
          <p:cNvSpPr txBox="1"/>
          <p:nvPr>
            <p:ph idx="5" type="subTitle"/>
          </p:nvPr>
        </p:nvSpPr>
        <p:spPr>
          <a:xfrm>
            <a:off x="5998766" y="1808099"/>
            <a:ext cx="2425200" cy="923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35" name="Google Shape;235;p32"/>
          <p:cNvSpPr txBox="1"/>
          <p:nvPr>
            <p:ph idx="6" type="subTitle"/>
          </p:nvPr>
        </p:nvSpPr>
        <p:spPr>
          <a:xfrm>
            <a:off x="5998766" y="3306563"/>
            <a:ext cx="2425200" cy="923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36" name="Google Shape;236;p32"/>
          <p:cNvSpPr txBox="1"/>
          <p:nvPr>
            <p:ph idx="7" type="subTitle"/>
          </p:nvPr>
        </p:nvSpPr>
        <p:spPr>
          <a:xfrm>
            <a:off x="720034" y="1391688"/>
            <a:ext cx="2425200" cy="4926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000"/>
              <a:buFont typeface="Raleway"/>
              <a:buNone/>
              <a:defRPr b="1" sz="2000">
                <a:solidFill>
                  <a:schemeClr val="dk1"/>
                </a:solidFill>
                <a:latin typeface="Raleway"/>
                <a:ea typeface="Raleway"/>
                <a:cs typeface="Raleway"/>
                <a:sym typeface="Raleway"/>
              </a:defRPr>
            </a:lvl1pPr>
            <a:lvl2pPr lvl="1" rtl="0" algn="ctr">
              <a:lnSpc>
                <a:spcPct val="100000"/>
              </a:lnSpc>
              <a:spcBef>
                <a:spcPts val="0"/>
              </a:spcBef>
              <a:spcAft>
                <a:spcPts val="0"/>
              </a:spcAft>
              <a:buSzPts val="2000"/>
              <a:buFont typeface="Raleway"/>
              <a:buNone/>
              <a:defRPr b="1" sz="2000">
                <a:latin typeface="Raleway"/>
                <a:ea typeface="Raleway"/>
                <a:cs typeface="Raleway"/>
                <a:sym typeface="Raleway"/>
              </a:defRPr>
            </a:lvl2pPr>
            <a:lvl3pPr lvl="2" rtl="0" algn="ctr">
              <a:lnSpc>
                <a:spcPct val="100000"/>
              </a:lnSpc>
              <a:spcBef>
                <a:spcPts val="0"/>
              </a:spcBef>
              <a:spcAft>
                <a:spcPts val="0"/>
              </a:spcAft>
              <a:buSzPts val="2000"/>
              <a:buFont typeface="Raleway"/>
              <a:buNone/>
              <a:defRPr b="1" sz="2000">
                <a:latin typeface="Raleway"/>
                <a:ea typeface="Raleway"/>
                <a:cs typeface="Raleway"/>
                <a:sym typeface="Raleway"/>
              </a:defRPr>
            </a:lvl3pPr>
            <a:lvl4pPr lvl="3" rtl="0" algn="ctr">
              <a:lnSpc>
                <a:spcPct val="100000"/>
              </a:lnSpc>
              <a:spcBef>
                <a:spcPts val="0"/>
              </a:spcBef>
              <a:spcAft>
                <a:spcPts val="0"/>
              </a:spcAft>
              <a:buSzPts val="2000"/>
              <a:buFont typeface="Raleway"/>
              <a:buNone/>
              <a:defRPr b="1" sz="2000">
                <a:latin typeface="Raleway"/>
                <a:ea typeface="Raleway"/>
                <a:cs typeface="Raleway"/>
                <a:sym typeface="Raleway"/>
              </a:defRPr>
            </a:lvl4pPr>
            <a:lvl5pPr lvl="4" rtl="0" algn="ctr">
              <a:lnSpc>
                <a:spcPct val="100000"/>
              </a:lnSpc>
              <a:spcBef>
                <a:spcPts val="0"/>
              </a:spcBef>
              <a:spcAft>
                <a:spcPts val="0"/>
              </a:spcAft>
              <a:buSzPts val="2000"/>
              <a:buFont typeface="Raleway"/>
              <a:buNone/>
              <a:defRPr b="1" sz="2000">
                <a:latin typeface="Raleway"/>
                <a:ea typeface="Raleway"/>
                <a:cs typeface="Raleway"/>
                <a:sym typeface="Raleway"/>
              </a:defRPr>
            </a:lvl5pPr>
            <a:lvl6pPr lvl="5" rtl="0" algn="ctr">
              <a:lnSpc>
                <a:spcPct val="100000"/>
              </a:lnSpc>
              <a:spcBef>
                <a:spcPts val="0"/>
              </a:spcBef>
              <a:spcAft>
                <a:spcPts val="0"/>
              </a:spcAft>
              <a:buSzPts val="2000"/>
              <a:buFont typeface="Raleway"/>
              <a:buNone/>
              <a:defRPr b="1" sz="2000">
                <a:latin typeface="Raleway"/>
                <a:ea typeface="Raleway"/>
                <a:cs typeface="Raleway"/>
                <a:sym typeface="Raleway"/>
              </a:defRPr>
            </a:lvl6pPr>
            <a:lvl7pPr lvl="6" rtl="0" algn="ctr">
              <a:lnSpc>
                <a:spcPct val="100000"/>
              </a:lnSpc>
              <a:spcBef>
                <a:spcPts val="0"/>
              </a:spcBef>
              <a:spcAft>
                <a:spcPts val="0"/>
              </a:spcAft>
              <a:buSzPts val="2000"/>
              <a:buFont typeface="Raleway"/>
              <a:buNone/>
              <a:defRPr b="1" sz="2000">
                <a:latin typeface="Raleway"/>
                <a:ea typeface="Raleway"/>
                <a:cs typeface="Raleway"/>
                <a:sym typeface="Raleway"/>
              </a:defRPr>
            </a:lvl7pPr>
            <a:lvl8pPr lvl="7" rtl="0" algn="ctr">
              <a:lnSpc>
                <a:spcPct val="100000"/>
              </a:lnSpc>
              <a:spcBef>
                <a:spcPts val="0"/>
              </a:spcBef>
              <a:spcAft>
                <a:spcPts val="0"/>
              </a:spcAft>
              <a:buSzPts val="2000"/>
              <a:buFont typeface="Raleway"/>
              <a:buNone/>
              <a:defRPr b="1" sz="2000">
                <a:latin typeface="Raleway"/>
                <a:ea typeface="Raleway"/>
                <a:cs typeface="Raleway"/>
                <a:sym typeface="Raleway"/>
              </a:defRPr>
            </a:lvl8pPr>
            <a:lvl9pPr lvl="8" rtl="0" algn="ctr">
              <a:lnSpc>
                <a:spcPct val="100000"/>
              </a:lnSpc>
              <a:spcBef>
                <a:spcPts val="0"/>
              </a:spcBef>
              <a:spcAft>
                <a:spcPts val="0"/>
              </a:spcAft>
              <a:buSzPts val="2000"/>
              <a:buFont typeface="Raleway"/>
              <a:buNone/>
              <a:defRPr b="1" sz="2000">
                <a:latin typeface="Raleway"/>
                <a:ea typeface="Raleway"/>
                <a:cs typeface="Raleway"/>
                <a:sym typeface="Raleway"/>
              </a:defRPr>
            </a:lvl9pPr>
          </a:lstStyle>
          <a:p/>
        </p:txBody>
      </p:sp>
      <p:sp>
        <p:nvSpPr>
          <p:cNvPr id="237" name="Google Shape;237;p32"/>
          <p:cNvSpPr txBox="1"/>
          <p:nvPr>
            <p:ph idx="8" type="subTitle"/>
          </p:nvPr>
        </p:nvSpPr>
        <p:spPr>
          <a:xfrm>
            <a:off x="3359402" y="1391688"/>
            <a:ext cx="2425200" cy="4926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000"/>
              <a:buFont typeface="Raleway"/>
              <a:buNone/>
              <a:defRPr b="1" sz="2000">
                <a:solidFill>
                  <a:schemeClr val="dk1"/>
                </a:solidFill>
                <a:latin typeface="Raleway"/>
                <a:ea typeface="Raleway"/>
                <a:cs typeface="Raleway"/>
                <a:sym typeface="Raleway"/>
              </a:defRPr>
            </a:lvl1pPr>
            <a:lvl2pPr lvl="1" rtl="0" algn="ctr">
              <a:lnSpc>
                <a:spcPct val="100000"/>
              </a:lnSpc>
              <a:spcBef>
                <a:spcPts val="0"/>
              </a:spcBef>
              <a:spcAft>
                <a:spcPts val="0"/>
              </a:spcAft>
              <a:buSzPts val="2000"/>
              <a:buFont typeface="Raleway"/>
              <a:buNone/>
              <a:defRPr b="1" sz="2000">
                <a:latin typeface="Raleway"/>
                <a:ea typeface="Raleway"/>
                <a:cs typeface="Raleway"/>
                <a:sym typeface="Raleway"/>
              </a:defRPr>
            </a:lvl2pPr>
            <a:lvl3pPr lvl="2" rtl="0" algn="ctr">
              <a:lnSpc>
                <a:spcPct val="100000"/>
              </a:lnSpc>
              <a:spcBef>
                <a:spcPts val="0"/>
              </a:spcBef>
              <a:spcAft>
                <a:spcPts val="0"/>
              </a:spcAft>
              <a:buSzPts val="2000"/>
              <a:buFont typeface="Raleway"/>
              <a:buNone/>
              <a:defRPr b="1" sz="2000">
                <a:latin typeface="Raleway"/>
                <a:ea typeface="Raleway"/>
                <a:cs typeface="Raleway"/>
                <a:sym typeface="Raleway"/>
              </a:defRPr>
            </a:lvl3pPr>
            <a:lvl4pPr lvl="3" rtl="0" algn="ctr">
              <a:lnSpc>
                <a:spcPct val="100000"/>
              </a:lnSpc>
              <a:spcBef>
                <a:spcPts val="0"/>
              </a:spcBef>
              <a:spcAft>
                <a:spcPts val="0"/>
              </a:spcAft>
              <a:buSzPts val="2000"/>
              <a:buFont typeface="Raleway"/>
              <a:buNone/>
              <a:defRPr b="1" sz="2000">
                <a:latin typeface="Raleway"/>
                <a:ea typeface="Raleway"/>
                <a:cs typeface="Raleway"/>
                <a:sym typeface="Raleway"/>
              </a:defRPr>
            </a:lvl4pPr>
            <a:lvl5pPr lvl="4" rtl="0" algn="ctr">
              <a:lnSpc>
                <a:spcPct val="100000"/>
              </a:lnSpc>
              <a:spcBef>
                <a:spcPts val="0"/>
              </a:spcBef>
              <a:spcAft>
                <a:spcPts val="0"/>
              </a:spcAft>
              <a:buSzPts val="2000"/>
              <a:buFont typeface="Raleway"/>
              <a:buNone/>
              <a:defRPr b="1" sz="2000">
                <a:latin typeface="Raleway"/>
                <a:ea typeface="Raleway"/>
                <a:cs typeface="Raleway"/>
                <a:sym typeface="Raleway"/>
              </a:defRPr>
            </a:lvl5pPr>
            <a:lvl6pPr lvl="5" rtl="0" algn="ctr">
              <a:lnSpc>
                <a:spcPct val="100000"/>
              </a:lnSpc>
              <a:spcBef>
                <a:spcPts val="0"/>
              </a:spcBef>
              <a:spcAft>
                <a:spcPts val="0"/>
              </a:spcAft>
              <a:buSzPts val="2000"/>
              <a:buFont typeface="Raleway"/>
              <a:buNone/>
              <a:defRPr b="1" sz="2000">
                <a:latin typeface="Raleway"/>
                <a:ea typeface="Raleway"/>
                <a:cs typeface="Raleway"/>
                <a:sym typeface="Raleway"/>
              </a:defRPr>
            </a:lvl6pPr>
            <a:lvl7pPr lvl="6" rtl="0" algn="ctr">
              <a:lnSpc>
                <a:spcPct val="100000"/>
              </a:lnSpc>
              <a:spcBef>
                <a:spcPts val="0"/>
              </a:spcBef>
              <a:spcAft>
                <a:spcPts val="0"/>
              </a:spcAft>
              <a:buSzPts val="2000"/>
              <a:buFont typeface="Raleway"/>
              <a:buNone/>
              <a:defRPr b="1" sz="2000">
                <a:latin typeface="Raleway"/>
                <a:ea typeface="Raleway"/>
                <a:cs typeface="Raleway"/>
                <a:sym typeface="Raleway"/>
              </a:defRPr>
            </a:lvl7pPr>
            <a:lvl8pPr lvl="7" rtl="0" algn="ctr">
              <a:lnSpc>
                <a:spcPct val="100000"/>
              </a:lnSpc>
              <a:spcBef>
                <a:spcPts val="0"/>
              </a:spcBef>
              <a:spcAft>
                <a:spcPts val="0"/>
              </a:spcAft>
              <a:buSzPts val="2000"/>
              <a:buFont typeface="Raleway"/>
              <a:buNone/>
              <a:defRPr b="1" sz="2000">
                <a:latin typeface="Raleway"/>
                <a:ea typeface="Raleway"/>
                <a:cs typeface="Raleway"/>
                <a:sym typeface="Raleway"/>
              </a:defRPr>
            </a:lvl8pPr>
            <a:lvl9pPr lvl="8" rtl="0" algn="ctr">
              <a:lnSpc>
                <a:spcPct val="100000"/>
              </a:lnSpc>
              <a:spcBef>
                <a:spcPts val="0"/>
              </a:spcBef>
              <a:spcAft>
                <a:spcPts val="0"/>
              </a:spcAft>
              <a:buSzPts val="2000"/>
              <a:buFont typeface="Raleway"/>
              <a:buNone/>
              <a:defRPr b="1" sz="2000">
                <a:latin typeface="Raleway"/>
                <a:ea typeface="Raleway"/>
                <a:cs typeface="Raleway"/>
                <a:sym typeface="Raleway"/>
              </a:defRPr>
            </a:lvl9pPr>
          </a:lstStyle>
          <a:p/>
        </p:txBody>
      </p:sp>
      <p:sp>
        <p:nvSpPr>
          <p:cNvPr id="238" name="Google Shape;238;p32"/>
          <p:cNvSpPr txBox="1"/>
          <p:nvPr>
            <p:ph idx="9" type="subTitle"/>
          </p:nvPr>
        </p:nvSpPr>
        <p:spPr>
          <a:xfrm>
            <a:off x="5998766" y="1391688"/>
            <a:ext cx="2425200" cy="4926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000"/>
              <a:buFont typeface="Raleway"/>
              <a:buNone/>
              <a:defRPr b="1" sz="2000">
                <a:solidFill>
                  <a:schemeClr val="dk1"/>
                </a:solidFill>
                <a:latin typeface="Raleway"/>
                <a:ea typeface="Raleway"/>
                <a:cs typeface="Raleway"/>
                <a:sym typeface="Raleway"/>
              </a:defRPr>
            </a:lvl1pPr>
            <a:lvl2pPr lvl="1" rtl="0" algn="ctr">
              <a:lnSpc>
                <a:spcPct val="100000"/>
              </a:lnSpc>
              <a:spcBef>
                <a:spcPts val="0"/>
              </a:spcBef>
              <a:spcAft>
                <a:spcPts val="0"/>
              </a:spcAft>
              <a:buSzPts val="2000"/>
              <a:buFont typeface="Raleway"/>
              <a:buNone/>
              <a:defRPr b="1" sz="2000">
                <a:latin typeface="Raleway"/>
                <a:ea typeface="Raleway"/>
                <a:cs typeface="Raleway"/>
                <a:sym typeface="Raleway"/>
              </a:defRPr>
            </a:lvl2pPr>
            <a:lvl3pPr lvl="2" rtl="0" algn="ctr">
              <a:lnSpc>
                <a:spcPct val="100000"/>
              </a:lnSpc>
              <a:spcBef>
                <a:spcPts val="0"/>
              </a:spcBef>
              <a:spcAft>
                <a:spcPts val="0"/>
              </a:spcAft>
              <a:buSzPts val="2000"/>
              <a:buFont typeface="Raleway"/>
              <a:buNone/>
              <a:defRPr b="1" sz="2000">
                <a:latin typeface="Raleway"/>
                <a:ea typeface="Raleway"/>
                <a:cs typeface="Raleway"/>
                <a:sym typeface="Raleway"/>
              </a:defRPr>
            </a:lvl3pPr>
            <a:lvl4pPr lvl="3" rtl="0" algn="ctr">
              <a:lnSpc>
                <a:spcPct val="100000"/>
              </a:lnSpc>
              <a:spcBef>
                <a:spcPts val="0"/>
              </a:spcBef>
              <a:spcAft>
                <a:spcPts val="0"/>
              </a:spcAft>
              <a:buSzPts val="2000"/>
              <a:buFont typeface="Raleway"/>
              <a:buNone/>
              <a:defRPr b="1" sz="2000">
                <a:latin typeface="Raleway"/>
                <a:ea typeface="Raleway"/>
                <a:cs typeface="Raleway"/>
                <a:sym typeface="Raleway"/>
              </a:defRPr>
            </a:lvl4pPr>
            <a:lvl5pPr lvl="4" rtl="0" algn="ctr">
              <a:lnSpc>
                <a:spcPct val="100000"/>
              </a:lnSpc>
              <a:spcBef>
                <a:spcPts val="0"/>
              </a:spcBef>
              <a:spcAft>
                <a:spcPts val="0"/>
              </a:spcAft>
              <a:buSzPts val="2000"/>
              <a:buFont typeface="Raleway"/>
              <a:buNone/>
              <a:defRPr b="1" sz="2000">
                <a:latin typeface="Raleway"/>
                <a:ea typeface="Raleway"/>
                <a:cs typeface="Raleway"/>
                <a:sym typeface="Raleway"/>
              </a:defRPr>
            </a:lvl5pPr>
            <a:lvl6pPr lvl="5" rtl="0" algn="ctr">
              <a:lnSpc>
                <a:spcPct val="100000"/>
              </a:lnSpc>
              <a:spcBef>
                <a:spcPts val="0"/>
              </a:spcBef>
              <a:spcAft>
                <a:spcPts val="0"/>
              </a:spcAft>
              <a:buSzPts val="2000"/>
              <a:buFont typeface="Raleway"/>
              <a:buNone/>
              <a:defRPr b="1" sz="2000">
                <a:latin typeface="Raleway"/>
                <a:ea typeface="Raleway"/>
                <a:cs typeface="Raleway"/>
                <a:sym typeface="Raleway"/>
              </a:defRPr>
            </a:lvl6pPr>
            <a:lvl7pPr lvl="6" rtl="0" algn="ctr">
              <a:lnSpc>
                <a:spcPct val="100000"/>
              </a:lnSpc>
              <a:spcBef>
                <a:spcPts val="0"/>
              </a:spcBef>
              <a:spcAft>
                <a:spcPts val="0"/>
              </a:spcAft>
              <a:buSzPts val="2000"/>
              <a:buFont typeface="Raleway"/>
              <a:buNone/>
              <a:defRPr b="1" sz="2000">
                <a:latin typeface="Raleway"/>
                <a:ea typeface="Raleway"/>
                <a:cs typeface="Raleway"/>
                <a:sym typeface="Raleway"/>
              </a:defRPr>
            </a:lvl7pPr>
            <a:lvl8pPr lvl="7" rtl="0" algn="ctr">
              <a:lnSpc>
                <a:spcPct val="100000"/>
              </a:lnSpc>
              <a:spcBef>
                <a:spcPts val="0"/>
              </a:spcBef>
              <a:spcAft>
                <a:spcPts val="0"/>
              </a:spcAft>
              <a:buSzPts val="2000"/>
              <a:buFont typeface="Raleway"/>
              <a:buNone/>
              <a:defRPr b="1" sz="2000">
                <a:latin typeface="Raleway"/>
                <a:ea typeface="Raleway"/>
                <a:cs typeface="Raleway"/>
                <a:sym typeface="Raleway"/>
              </a:defRPr>
            </a:lvl8pPr>
            <a:lvl9pPr lvl="8" rtl="0" algn="ctr">
              <a:lnSpc>
                <a:spcPct val="100000"/>
              </a:lnSpc>
              <a:spcBef>
                <a:spcPts val="0"/>
              </a:spcBef>
              <a:spcAft>
                <a:spcPts val="0"/>
              </a:spcAft>
              <a:buSzPts val="2000"/>
              <a:buFont typeface="Raleway"/>
              <a:buNone/>
              <a:defRPr b="1" sz="2000">
                <a:latin typeface="Raleway"/>
                <a:ea typeface="Raleway"/>
                <a:cs typeface="Raleway"/>
                <a:sym typeface="Raleway"/>
              </a:defRPr>
            </a:lvl9pPr>
          </a:lstStyle>
          <a:p/>
        </p:txBody>
      </p:sp>
      <p:sp>
        <p:nvSpPr>
          <p:cNvPr id="239" name="Google Shape;239;p32"/>
          <p:cNvSpPr txBox="1"/>
          <p:nvPr>
            <p:ph idx="13" type="subTitle"/>
          </p:nvPr>
        </p:nvSpPr>
        <p:spPr>
          <a:xfrm>
            <a:off x="720034" y="2890165"/>
            <a:ext cx="2425200" cy="4926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000"/>
              <a:buFont typeface="Raleway"/>
              <a:buNone/>
              <a:defRPr b="1" sz="2000">
                <a:solidFill>
                  <a:schemeClr val="dk1"/>
                </a:solidFill>
                <a:latin typeface="Raleway"/>
                <a:ea typeface="Raleway"/>
                <a:cs typeface="Raleway"/>
                <a:sym typeface="Raleway"/>
              </a:defRPr>
            </a:lvl1pPr>
            <a:lvl2pPr lvl="1" rtl="0" algn="ctr">
              <a:lnSpc>
                <a:spcPct val="100000"/>
              </a:lnSpc>
              <a:spcBef>
                <a:spcPts val="0"/>
              </a:spcBef>
              <a:spcAft>
                <a:spcPts val="0"/>
              </a:spcAft>
              <a:buSzPts val="2000"/>
              <a:buFont typeface="Raleway"/>
              <a:buNone/>
              <a:defRPr b="1" sz="2000">
                <a:latin typeface="Raleway"/>
                <a:ea typeface="Raleway"/>
                <a:cs typeface="Raleway"/>
                <a:sym typeface="Raleway"/>
              </a:defRPr>
            </a:lvl2pPr>
            <a:lvl3pPr lvl="2" rtl="0" algn="ctr">
              <a:lnSpc>
                <a:spcPct val="100000"/>
              </a:lnSpc>
              <a:spcBef>
                <a:spcPts val="0"/>
              </a:spcBef>
              <a:spcAft>
                <a:spcPts val="0"/>
              </a:spcAft>
              <a:buSzPts val="2000"/>
              <a:buFont typeface="Raleway"/>
              <a:buNone/>
              <a:defRPr b="1" sz="2000">
                <a:latin typeface="Raleway"/>
                <a:ea typeface="Raleway"/>
                <a:cs typeface="Raleway"/>
                <a:sym typeface="Raleway"/>
              </a:defRPr>
            </a:lvl3pPr>
            <a:lvl4pPr lvl="3" rtl="0" algn="ctr">
              <a:lnSpc>
                <a:spcPct val="100000"/>
              </a:lnSpc>
              <a:spcBef>
                <a:spcPts val="0"/>
              </a:spcBef>
              <a:spcAft>
                <a:spcPts val="0"/>
              </a:spcAft>
              <a:buSzPts val="2000"/>
              <a:buFont typeface="Raleway"/>
              <a:buNone/>
              <a:defRPr b="1" sz="2000">
                <a:latin typeface="Raleway"/>
                <a:ea typeface="Raleway"/>
                <a:cs typeface="Raleway"/>
                <a:sym typeface="Raleway"/>
              </a:defRPr>
            </a:lvl4pPr>
            <a:lvl5pPr lvl="4" rtl="0" algn="ctr">
              <a:lnSpc>
                <a:spcPct val="100000"/>
              </a:lnSpc>
              <a:spcBef>
                <a:spcPts val="0"/>
              </a:spcBef>
              <a:spcAft>
                <a:spcPts val="0"/>
              </a:spcAft>
              <a:buSzPts val="2000"/>
              <a:buFont typeface="Raleway"/>
              <a:buNone/>
              <a:defRPr b="1" sz="2000">
                <a:latin typeface="Raleway"/>
                <a:ea typeface="Raleway"/>
                <a:cs typeface="Raleway"/>
                <a:sym typeface="Raleway"/>
              </a:defRPr>
            </a:lvl5pPr>
            <a:lvl6pPr lvl="5" rtl="0" algn="ctr">
              <a:lnSpc>
                <a:spcPct val="100000"/>
              </a:lnSpc>
              <a:spcBef>
                <a:spcPts val="0"/>
              </a:spcBef>
              <a:spcAft>
                <a:spcPts val="0"/>
              </a:spcAft>
              <a:buSzPts val="2000"/>
              <a:buFont typeface="Raleway"/>
              <a:buNone/>
              <a:defRPr b="1" sz="2000">
                <a:latin typeface="Raleway"/>
                <a:ea typeface="Raleway"/>
                <a:cs typeface="Raleway"/>
                <a:sym typeface="Raleway"/>
              </a:defRPr>
            </a:lvl6pPr>
            <a:lvl7pPr lvl="6" rtl="0" algn="ctr">
              <a:lnSpc>
                <a:spcPct val="100000"/>
              </a:lnSpc>
              <a:spcBef>
                <a:spcPts val="0"/>
              </a:spcBef>
              <a:spcAft>
                <a:spcPts val="0"/>
              </a:spcAft>
              <a:buSzPts val="2000"/>
              <a:buFont typeface="Raleway"/>
              <a:buNone/>
              <a:defRPr b="1" sz="2000">
                <a:latin typeface="Raleway"/>
                <a:ea typeface="Raleway"/>
                <a:cs typeface="Raleway"/>
                <a:sym typeface="Raleway"/>
              </a:defRPr>
            </a:lvl7pPr>
            <a:lvl8pPr lvl="7" rtl="0" algn="ctr">
              <a:lnSpc>
                <a:spcPct val="100000"/>
              </a:lnSpc>
              <a:spcBef>
                <a:spcPts val="0"/>
              </a:spcBef>
              <a:spcAft>
                <a:spcPts val="0"/>
              </a:spcAft>
              <a:buSzPts val="2000"/>
              <a:buFont typeface="Raleway"/>
              <a:buNone/>
              <a:defRPr b="1" sz="2000">
                <a:latin typeface="Raleway"/>
                <a:ea typeface="Raleway"/>
                <a:cs typeface="Raleway"/>
                <a:sym typeface="Raleway"/>
              </a:defRPr>
            </a:lvl8pPr>
            <a:lvl9pPr lvl="8" rtl="0" algn="ctr">
              <a:lnSpc>
                <a:spcPct val="100000"/>
              </a:lnSpc>
              <a:spcBef>
                <a:spcPts val="0"/>
              </a:spcBef>
              <a:spcAft>
                <a:spcPts val="0"/>
              </a:spcAft>
              <a:buSzPts val="2000"/>
              <a:buFont typeface="Raleway"/>
              <a:buNone/>
              <a:defRPr b="1" sz="2000">
                <a:latin typeface="Raleway"/>
                <a:ea typeface="Raleway"/>
                <a:cs typeface="Raleway"/>
                <a:sym typeface="Raleway"/>
              </a:defRPr>
            </a:lvl9pPr>
          </a:lstStyle>
          <a:p/>
        </p:txBody>
      </p:sp>
      <p:sp>
        <p:nvSpPr>
          <p:cNvPr id="240" name="Google Shape;240;p32"/>
          <p:cNvSpPr txBox="1"/>
          <p:nvPr>
            <p:ph idx="14" type="subTitle"/>
          </p:nvPr>
        </p:nvSpPr>
        <p:spPr>
          <a:xfrm>
            <a:off x="3359402" y="2890165"/>
            <a:ext cx="2425200" cy="4926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000"/>
              <a:buFont typeface="Raleway"/>
              <a:buNone/>
              <a:defRPr b="1" sz="2000">
                <a:solidFill>
                  <a:schemeClr val="dk1"/>
                </a:solidFill>
                <a:latin typeface="Raleway"/>
                <a:ea typeface="Raleway"/>
                <a:cs typeface="Raleway"/>
                <a:sym typeface="Raleway"/>
              </a:defRPr>
            </a:lvl1pPr>
            <a:lvl2pPr lvl="1" rtl="0" algn="ctr">
              <a:lnSpc>
                <a:spcPct val="100000"/>
              </a:lnSpc>
              <a:spcBef>
                <a:spcPts val="0"/>
              </a:spcBef>
              <a:spcAft>
                <a:spcPts val="0"/>
              </a:spcAft>
              <a:buSzPts val="2000"/>
              <a:buFont typeface="Raleway"/>
              <a:buNone/>
              <a:defRPr b="1" sz="2000">
                <a:latin typeface="Raleway"/>
                <a:ea typeface="Raleway"/>
                <a:cs typeface="Raleway"/>
                <a:sym typeface="Raleway"/>
              </a:defRPr>
            </a:lvl2pPr>
            <a:lvl3pPr lvl="2" rtl="0" algn="ctr">
              <a:lnSpc>
                <a:spcPct val="100000"/>
              </a:lnSpc>
              <a:spcBef>
                <a:spcPts val="0"/>
              </a:spcBef>
              <a:spcAft>
                <a:spcPts val="0"/>
              </a:spcAft>
              <a:buSzPts val="2000"/>
              <a:buFont typeface="Raleway"/>
              <a:buNone/>
              <a:defRPr b="1" sz="2000">
                <a:latin typeface="Raleway"/>
                <a:ea typeface="Raleway"/>
                <a:cs typeface="Raleway"/>
                <a:sym typeface="Raleway"/>
              </a:defRPr>
            </a:lvl3pPr>
            <a:lvl4pPr lvl="3" rtl="0" algn="ctr">
              <a:lnSpc>
                <a:spcPct val="100000"/>
              </a:lnSpc>
              <a:spcBef>
                <a:spcPts val="0"/>
              </a:spcBef>
              <a:spcAft>
                <a:spcPts val="0"/>
              </a:spcAft>
              <a:buSzPts val="2000"/>
              <a:buFont typeface="Raleway"/>
              <a:buNone/>
              <a:defRPr b="1" sz="2000">
                <a:latin typeface="Raleway"/>
                <a:ea typeface="Raleway"/>
                <a:cs typeface="Raleway"/>
                <a:sym typeface="Raleway"/>
              </a:defRPr>
            </a:lvl4pPr>
            <a:lvl5pPr lvl="4" rtl="0" algn="ctr">
              <a:lnSpc>
                <a:spcPct val="100000"/>
              </a:lnSpc>
              <a:spcBef>
                <a:spcPts val="0"/>
              </a:spcBef>
              <a:spcAft>
                <a:spcPts val="0"/>
              </a:spcAft>
              <a:buSzPts val="2000"/>
              <a:buFont typeface="Raleway"/>
              <a:buNone/>
              <a:defRPr b="1" sz="2000">
                <a:latin typeface="Raleway"/>
                <a:ea typeface="Raleway"/>
                <a:cs typeface="Raleway"/>
                <a:sym typeface="Raleway"/>
              </a:defRPr>
            </a:lvl5pPr>
            <a:lvl6pPr lvl="5" rtl="0" algn="ctr">
              <a:lnSpc>
                <a:spcPct val="100000"/>
              </a:lnSpc>
              <a:spcBef>
                <a:spcPts val="0"/>
              </a:spcBef>
              <a:spcAft>
                <a:spcPts val="0"/>
              </a:spcAft>
              <a:buSzPts val="2000"/>
              <a:buFont typeface="Raleway"/>
              <a:buNone/>
              <a:defRPr b="1" sz="2000">
                <a:latin typeface="Raleway"/>
                <a:ea typeface="Raleway"/>
                <a:cs typeface="Raleway"/>
                <a:sym typeface="Raleway"/>
              </a:defRPr>
            </a:lvl6pPr>
            <a:lvl7pPr lvl="6" rtl="0" algn="ctr">
              <a:lnSpc>
                <a:spcPct val="100000"/>
              </a:lnSpc>
              <a:spcBef>
                <a:spcPts val="0"/>
              </a:spcBef>
              <a:spcAft>
                <a:spcPts val="0"/>
              </a:spcAft>
              <a:buSzPts val="2000"/>
              <a:buFont typeface="Raleway"/>
              <a:buNone/>
              <a:defRPr b="1" sz="2000">
                <a:latin typeface="Raleway"/>
                <a:ea typeface="Raleway"/>
                <a:cs typeface="Raleway"/>
                <a:sym typeface="Raleway"/>
              </a:defRPr>
            </a:lvl7pPr>
            <a:lvl8pPr lvl="7" rtl="0" algn="ctr">
              <a:lnSpc>
                <a:spcPct val="100000"/>
              </a:lnSpc>
              <a:spcBef>
                <a:spcPts val="0"/>
              </a:spcBef>
              <a:spcAft>
                <a:spcPts val="0"/>
              </a:spcAft>
              <a:buSzPts val="2000"/>
              <a:buFont typeface="Raleway"/>
              <a:buNone/>
              <a:defRPr b="1" sz="2000">
                <a:latin typeface="Raleway"/>
                <a:ea typeface="Raleway"/>
                <a:cs typeface="Raleway"/>
                <a:sym typeface="Raleway"/>
              </a:defRPr>
            </a:lvl8pPr>
            <a:lvl9pPr lvl="8" rtl="0" algn="ctr">
              <a:lnSpc>
                <a:spcPct val="100000"/>
              </a:lnSpc>
              <a:spcBef>
                <a:spcPts val="0"/>
              </a:spcBef>
              <a:spcAft>
                <a:spcPts val="0"/>
              </a:spcAft>
              <a:buSzPts val="2000"/>
              <a:buFont typeface="Raleway"/>
              <a:buNone/>
              <a:defRPr b="1" sz="2000">
                <a:latin typeface="Raleway"/>
                <a:ea typeface="Raleway"/>
                <a:cs typeface="Raleway"/>
                <a:sym typeface="Raleway"/>
              </a:defRPr>
            </a:lvl9pPr>
          </a:lstStyle>
          <a:p/>
        </p:txBody>
      </p:sp>
      <p:sp>
        <p:nvSpPr>
          <p:cNvPr id="241" name="Google Shape;241;p32"/>
          <p:cNvSpPr txBox="1"/>
          <p:nvPr>
            <p:ph idx="15" type="subTitle"/>
          </p:nvPr>
        </p:nvSpPr>
        <p:spPr>
          <a:xfrm>
            <a:off x="5998766" y="2890165"/>
            <a:ext cx="2425200" cy="4926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000"/>
              <a:buFont typeface="Raleway"/>
              <a:buNone/>
              <a:defRPr b="1" sz="2000">
                <a:solidFill>
                  <a:schemeClr val="dk1"/>
                </a:solidFill>
                <a:latin typeface="Raleway"/>
                <a:ea typeface="Raleway"/>
                <a:cs typeface="Raleway"/>
                <a:sym typeface="Raleway"/>
              </a:defRPr>
            </a:lvl1pPr>
            <a:lvl2pPr lvl="1" rtl="0" algn="ctr">
              <a:lnSpc>
                <a:spcPct val="100000"/>
              </a:lnSpc>
              <a:spcBef>
                <a:spcPts val="0"/>
              </a:spcBef>
              <a:spcAft>
                <a:spcPts val="0"/>
              </a:spcAft>
              <a:buSzPts val="2000"/>
              <a:buFont typeface="Raleway"/>
              <a:buNone/>
              <a:defRPr b="1" sz="2000">
                <a:latin typeface="Raleway"/>
                <a:ea typeface="Raleway"/>
                <a:cs typeface="Raleway"/>
                <a:sym typeface="Raleway"/>
              </a:defRPr>
            </a:lvl2pPr>
            <a:lvl3pPr lvl="2" rtl="0" algn="ctr">
              <a:lnSpc>
                <a:spcPct val="100000"/>
              </a:lnSpc>
              <a:spcBef>
                <a:spcPts val="0"/>
              </a:spcBef>
              <a:spcAft>
                <a:spcPts val="0"/>
              </a:spcAft>
              <a:buSzPts val="2000"/>
              <a:buFont typeface="Raleway"/>
              <a:buNone/>
              <a:defRPr b="1" sz="2000">
                <a:latin typeface="Raleway"/>
                <a:ea typeface="Raleway"/>
                <a:cs typeface="Raleway"/>
                <a:sym typeface="Raleway"/>
              </a:defRPr>
            </a:lvl3pPr>
            <a:lvl4pPr lvl="3" rtl="0" algn="ctr">
              <a:lnSpc>
                <a:spcPct val="100000"/>
              </a:lnSpc>
              <a:spcBef>
                <a:spcPts val="0"/>
              </a:spcBef>
              <a:spcAft>
                <a:spcPts val="0"/>
              </a:spcAft>
              <a:buSzPts val="2000"/>
              <a:buFont typeface="Raleway"/>
              <a:buNone/>
              <a:defRPr b="1" sz="2000">
                <a:latin typeface="Raleway"/>
                <a:ea typeface="Raleway"/>
                <a:cs typeface="Raleway"/>
                <a:sym typeface="Raleway"/>
              </a:defRPr>
            </a:lvl4pPr>
            <a:lvl5pPr lvl="4" rtl="0" algn="ctr">
              <a:lnSpc>
                <a:spcPct val="100000"/>
              </a:lnSpc>
              <a:spcBef>
                <a:spcPts val="0"/>
              </a:spcBef>
              <a:spcAft>
                <a:spcPts val="0"/>
              </a:spcAft>
              <a:buSzPts val="2000"/>
              <a:buFont typeface="Raleway"/>
              <a:buNone/>
              <a:defRPr b="1" sz="2000">
                <a:latin typeface="Raleway"/>
                <a:ea typeface="Raleway"/>
                <a:cs typeface="Raleway"/>
                <a:sym typeface="Raleway"/>
              </a:defRPr>
            </a:lvl5pPr>
            <a:lvl6pPr lvl="5" rtl="0" algn="ctr">
              <a:lnSpc>
                <a:spcPct val="100000"/>
              </a:lnSpc>
              <a:spcBef>
                <a:spcPts val="0"/>
              </a:spcBef>
              <a:spcAft>
                <a:spcPts val="0"/>
              </a:spcAft>
              <a:buSzPts val="2000"/>
              <a:buFont typeface="Raleway"/>
              <a:buNone/>
              <a:defRPr b="1" sz="2000">
                <a:latin typeface="Raleway"/>
                <a:ea typeface="Raleway"/>
                <a:cs typeface="Raleway"/>
                <a:sym typeface="Raleway"/>
              </a:defRPr>
            </a:lvl6pPr>
            <a:lvl7pPr lvl="6" rtl="0" algn="ctr">
              <a:lnSpc>
                <a:spcPct val="100000"/>
              </a:lnSpc>
              <a:spcBef>
                <a:spcPts val="0"/>
              </a:spcBef>
              <a:spcAft>
                <a:spcPts val="0"/>
              </a:spcAft>
              <a:buSzPts val="2000"/>
              <a:buFont typeface="Raleway"/>
              <a:buNone/>
              <a:defRPr b="1" sz="2000">
                <a:latin typeface="Raleway"/>
                <a:ea typeface="Raleway"/>
                <a:cs typeface="Raleway"/>
                <a:sym typeface="Raleway"/>
              </a:defRPr>
            </a:lvl7pPr>
            <a:lvl8pPr lvl="7" rtl="0" algn="ctr">
              <a:lnSpc>
                <a:spcPct val="100000"/>
              </a:lnSpc>
              <a:spcBef>
                <a:spcPts val="0"/>
              </a:spcBef>
              <a:spcAft>
                <a:spcPts val="0"/>
              </a:spcAft>
              <a:buSzPts val="2000"/>
              <a:buFont typeface="Raleway"/>
              <a:buNone/>
              <a:defRPr b="1" sz="2000">
                <a:latin typeface="Raleway"/>
                <a:ea typeface="Raleway"/>
                <a:cs typeface="Raleway"/>
                <a:sym typeface="Raleway"/>
              </a:defRPr>
            </a:lvl8pPr>
            <a:lvl9pPr lvl="8" rtl="0" algn="ctr">
              <a:lnSpc>
                <a:spcPct val="100000"/>
              </a:lnSpc>
              <a:spcBef>
                <a:spcPts val="0"/>
              </a:spcBef>
              <a:spcAft>
                <a:spcPts val="0"/>
              </a:spcAft>
              <a:buSzPts val="2000"/>
              <a:buFont typeface="Raleway"/>
              <a:buNone/>
              <a:defRPr b="1" sz="2000">
                <a:latin typeface="Raleway"/>
                <a:ea typeface="Raleway"/>
                <a:cs typeface="Raleway"/>
                <a:sym typeface="Raleway"/>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nine columns">
  <p:cSld name="CUSTOM_7_2">
    <p:spTree>
      <p:nvGrpSpPr>
        <p:cNvPr id="242" name="Shape 242"/>
        <p:cNvGrpSpPr/>
        <p:nvPr/>
      </p:nvGrpSpPr>
      <p:grpSpPr>
        <a:xfrm>
          <a:off x="0" y="0"/>
          <a:ext cx="0" cy="0"/>
          <a:chOff x="0" y="0"/>
          <a:chExt cx="0" cy="0"/>
        </a:xfrm>
      </p:grpSpPr>
      <p:grpSp>
        <p:nvGrpSpPr>
          <p:cNvPr id="243" name="Google Shape;243;p33"/>
          <p:cNvGrpSpPr/>
          <p:nvPr/>
        </p:nvGrpSpPr>
        <p:grpSpPr>
          <a:xfrm>
            <a:off x="-1736573" y="-4209191"/>
            <a:ext cx="14286840" cy="11676792"/>
            <a:chOff x="-1736573" y="-4209191"/>
            <a:chExt cx="14286840" cy="11676792"/>
          </a:xfrm>
        </p:grpSpPr>
        <p:pic>
          <p:nvPicPr>
            <p:cNvPr id="244" name="Google Shape;244;p33"/>
            <p:cNvPicPr preferRelativeResize="0"/>
            <p:nvPr/>
          </p:nvPicPr>
          <p:blipFill>
            <a:blip r:embed="rId2">
              <a:alphaModFix/>
            </a:blip>
            <a:stretch>
              <a:fillRect/>
            </a:stretch>
          </p:blipFill>
          <p:spPr>
            <a:xfrm flipH="1">
              <a:off x="-1736573" y="2324100"/>
              <a:ext cx="4387547" cy="5143501"/>
            </a:xfrm>
            <a:prstGeom prst="rect">
              <a:avLst/>
            </a:prstGeom>
            <a:noFill/>
            <a:ln>
              <a:noFill/>
            </a:ln>
          </p:spPr>
        </p:pic>
        <p:pic>
          <p:nvPicPr>
            <p:cNvPr id="245" name="Google Shape;245;p33"/>
            <p:cNvPicPr preferRelativeResize="0"/>
            <p:nvPr/>
          </p:nvPicPr>
          <p:blipFill rotWithShape="1">
            <a:blip r:embed="rId3">
              <a:alphaModFix/>
            </a:blip>
            <a:srcRect b="0" l="0" r="0" t="0"/>
            <a:stretch/>
          </p:blipFill>
          <p:spPr>
            <a:xfrm rot="5141246">
              <a:off x="5786796" y="-1363711"/>
              <a:ext cx="9144006" cy="3705823"/>
            </a:xfrm>
            <a:prstGeom prst="rect">
              <a:avLst/>
            </a:prstGeom>
            <a:noFill/>
            <a:ln>
              <a:noFill/>
            </a:ln>
          </p:spPr>
        </p:pic>
      </p:grpSp>
      <p:sp>
        <p:nvSpPr>
          <p:cNvPr id="246" name="Google Shape;246;p3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47" name="Google Shape;247;p33"/>
          <p:cNvSpPr txBox="1"/>
          <p:nvPr>
            <p:ph idx="1" type="subTitle"/>
          </p:nvPr>
        </p:nvSpPr>
        <p:spPr>
          <a:xfrm>
            <a:off x="1222750" y="1608317"/>
            <a:ext cx="1913700" cy="554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48" name="Google Shape;248;p33"/>
          <p:cNvSpPr txBox="1"/>
          <p:nvPr>
            <p:ph idx="2" type="subTitle"/>
          </p:nvPr>
        </p:nvSpPr>
        <p:spPr>
          <a:xfrm>
            <a:off x="3617876" y="1608317"/>
            <a:ext cx="1913700" cy="554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49" name="Google Shape;249;p33"/>
          <p:cNvSpPr txBox="1"/>
          <p:nvPr>
            <p:ph idx="3" type="subTitle"/>
          </p:nvPr>
        </p:nvSpPr>
        <p:spPr>
          <a:xfrm>
            <a:off x="1222750" y="2741972"/>
            <a:ext cx="1913700" cy="554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50" name="Google Shape;250;p33"/>
          <p:cNvSpPr txBox="1"/>
          <p:nvPr>
            <p:ph idx="4" type="subTitle"/>
          </p:nvPr>
        </p:nvSpPr>
        <p:spPr>
          <a:xfrm>
            <a:off x="3617876" y="2741972"/>
            <a:ext cx="1913700" cy="554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51" name="Google Shape;251;p33"/>
          <p:cNvSpPr txBox="1"/>
          <p:nvPr>
            <p:ph idx="5" type="subTitle"/>
          </p:nvPr>
        </p:nvSpPr>
        <p:spPr>
          <a:xfrm>
            <a:off x="6007550" y="1608317"/>
            <a:ext cx="1913700" cy="554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52" name="Google Shape;252;p33"/>
          <p:cNvSpPr txBox="1"/>
          <p:nvPr>
            <p:ph idx="6" type="subTitle"/>
          </p:nvPr>
        </p:nvSpPr>
        <p:spPr>
          <a:xfrm>
            <a:off x="6007550" y="2741972"/>
            <a:ext cx="1913700" cy="554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53" name="Google Shape;253;p33"/>
          <p:cNvSpPr txBox="1"/>
          <p:nvPr>
            <p:ph idx="7" type="subTitle"/>
          </p:nvPr>
        </p:nvSpPr>
        <p:spPr>
          <a:xfrm>
            <a:off x="1221250" y="1191925"/>
            <a:ext cx="1916700" cy="4926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Raleway"/>
              <a:buNone/>
              <a:defRPr b="1" sz="2000">
                <a:solidFill>
                  <a:schemeClr val="dk1"/>
                </a:solidFill>
                <a:latin typeface="Raleway"/>
                <a:ea typeface="Raleway"/>
                <a:cs typeface="Raleway"/>
                <a:sym typeface="Raleway"/>
              </a:defRPr>
            </a:lvl1pPr>
            <a:lvl2pPr lvl="1" rtl="0" algn="ctr">
              <a:lnSpc>
                <a:spcPct val="100000"/>
              </a:lnSpc>
              <a:spcBef>
                <a:spcPts val="0"/>
              </a:spcBef>
              <a:spcAft>
                <a:spcPts val="0"/>
              </a:spcAft>
              <a:buSzPts val="2400"/>
              <a:buFont typeface="Raleway"/>
              <a:buNone/>
              <a:defRPr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sz="2400">
                <a:latin typeface="Raleway"/>
                <a:ea typeface="Raleway"/>
                <a:cs typeface="Raleway"/>
                <a:sym typeface="Raleway"/>
              </a:defRPr>
            </a:lvl9pPr>
          </a:lstStyle>
          <a:p/>
        </p:txBody>
      </p:sp>
      <p:sp>
        <p:nvSpPr>
          <p:cNvPr id="254" name="Google Shape;254;p33"/>
          <p:cNvSpPr txBox="1"/>
          <p:nvPr>
            <p:ph idx="8" type="subTitle"/>
          </p:nvPr>
        </p:nvSpPr>
        <p:spPr>
          <a:xfrm>
            <a:off x="3616376" y="1191925"/>
            <a:ext cx="1916700" cy="4926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Raleway"/>
              <a:buNone/>
              <a:defRPr b="1" sz="2000">
                <a:solidFill>
                  <a:schemeClr val="dk1"/>
                </a:solidFill>
                <a:latin typeface="Raleway"/>
                <a:ea typeface="Raleway"/>
                <a:cs typeface="Raleway"/>
                <a:sym typeface="Raleway"/>
              </a:defRPr>
            </a:lvl1pPr>
            <a:lvl2pPr lvl="1" rtl="0" algn="ctr">
              <a:lnSpc>
                <a:spcPct val="100000"/>
              </a:lnSpc>
              <a:spcBef>
                <a:spcPts val="0"/>
              </a:spcBef>
              <a:spcAft>
                <a:spcPts val="0"/>
              </a:spcAft>
              <a:buSzPts val="2400"/>
              <a:buFont typeface="Raleway"/>
              <a:buNone/>
              <a:defRPr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sz="2400">
                <a:latin typeface="Raleway"/>
                <a:ea typeface="Raleway"/>
                <a:cs typeface="Raleway"/>
                <a:sym typeface="Raleway"/>
              </a:defRPr>
            </a:lvl9pPr>
          </a:lstStyle>
          <a:p/>
        </p:txBody>
      </p:sp>
      <p:sp>
        <p:nvSpPr>
          <p:cNvPr id="255" name="Google Shape;255;p33"/>
          <p:cNvSpPr txBox="1"/>
          <p:nvPr>
            <p:ph idx="9" type="subTitle"/>
          </p:nvPr>
        </p:nvSpPr>
        <p:spPr>
          <a:xfrm>
            <a:off x="6006050" y="1191925"/>
            <a:ext cx="1916700" cy="4926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Raleway"/>
              <a:buNone/>
              <a:defRPr b="1" sz="2000">
                <a:solidFill>
                  <a:schemeClr val="dk1"/>
                </a:solidFill>
                <a:latin typeface="Raleway"/>
                <a:ea typeface="Raleway"/>
                <a:cs typeface="Raleway"/>
                <a:sym typeface="Raleway"/>
              </a:defRPr>
            </a:lvl1pPr>
            <a:lvl2pPr lvl="1" rtl="0" algn="ctr">
              <a:lnSpc>
                <a:spcPct val="100000"/>
              </a:lnSpc>
              <a:spcBef>
                <a:spcPts val="0"/>
              </a:spcBef>
              <a:spcAft>
                <a:spcPts val="0"/>
              </a:spcAft>
              <a:buSzPts val="2400"/>
              <a:buFont typeface="Raleway"/>
              <a:buNone/>
              <a:defRPr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sz="2400">
                <a:latin typeface="Raleway"/>
                <a:ea typeface="Raleway"/>
                <a:cs typeface="Raleway"/>
                <a:sym typeface="Raleway"/>
              </a:defRPr>
            </a:lvl9pPr>
          </a:lstStyle>
          <a:p/>
        </p:txBody>
      </p:sp>
      <p:sp>
        <p:nvSpPr>
          <p:cNvPr id="256" name="Google Shape;256;p33"/>
          <p:cNvSpPr txBox="1"/>
          <p:nvPr>
            <p:ph idx="13" type="subTitle"/>
          </p:nvPr>
        </p:nvSpPr>
        <p:spPr>
          <a:xfrm>
            <a:off x="1221250" y="2325578"/>
            <a:ext cx="1916700" cy="4926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Raleway"/>
              <a:buNone/>
              <a:defRPr b="1" sz="2000">
                <a:solidFill>
                  <a:schemeClr val="dk1"/>
                </a:solidFill>
                <a:latin typeface="Raleway"/>
                <a:ea typeface="Raleway"/>
                <a:cs typeface="Raleway"/>
                <a:sym typeface="Raleway"/>
              </a:defRPr>
            </a:lvl1pPr>
            <a:lvl2pPr lvl="1" rtl="0" algn="ctr">
              <a:lnSpc>
                <a:spcPct val="100000"/>
              </a:lnSpc>
              <a:spcBef>
                <a:spcPts val="0"/>
              </a:spcBef>
              <a:spcAft>
                <a:spcPts val="0"/>
              </a:spcAft>
              <a:buSzPts val="2400"/>
              <a:buFont typeface="Raleway"/>
              <a:buNone/>
              <a:defRPr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sz="2400">
                <a:latin typeface="Raleway"/>
                <a:ea typeface="Raleway"/>
                <a:cs typeface="Raleway"/>
                <a:sym typeface="Raleway"/>
              </a:defRPr>
            </a:lvl9pPr>
          </a:lstStyle>
          <a:p/>
        </p:txBody>
      </p:sp>
      <p:sp>
        <p:nvSpPr>
          <p:cNvPr id="257" name="Google Shape;257;p33"/>
          <p:cNvSpPr txBox="1"/>
          <p:nvPr>
            <p:ph idx="14" type="subTitle"/>
          </p:nvPr>
        </p:nvSpPr>
        <p:spPr>
          <a:xfrm>
            <a:off x="3616376" y="2325578"/>
            <a:ext cx="1916700" cy="4926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Raleway"/>
              <a:buNone/>
              <a:defRPr b="1" sz="2000">
                <a:solidFill>
                  <a:schemeClr val="dk1"/>
                </a:solidFill>
                <a:latin typeface="Raleway"/>
                <a:ea typeface="Raleway"/>
                <a:cs typeface="Raleway"/>
                <a:sym typeface="Raleway"/>
              </a:defRPr>
            </a:lvl1pPr>
            <a:lvl2pPr lvl="1" rtl="0" algn="ctr">
              <a:lnSpc>
                <a:spcPct val="100000"/>
              </a:lnSpc>
              <a:spcBef>
                <a:spcPts val="0"/>
              </a:spcBef>
              <a:spcAft>
                <a:spcPts val="0"/>
              </a:spcAft>
              <a:buSzPts val="2400"/>
              <a:buFont typeface="Raleway"/>
              <a:buNone/>
              <a:defRPr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sz="2400">
                <a:latin typeface="Raleway"/>
                <a:ea typeface="Raleway"/>
                <a:cs typeface="Raleway"/>
                <a:sym typeface="Raleway"/>
              </a:defRPr>
            </a:lvl9pPr>
          </a:lstStyle>
          <a:p/>
        </p:txBody>
      </p:sp>
      <p:sp>
        <p:nvSpPr>
          <p:cNvPr id="258" name="Google Shape;258;p33"/>
          <p:cNvSpPr txBox="1"/>
          <p:nvPr>
            <p:ph idx="15" type="subTitle"/>
          </p:nvPr>
        </p:nvSpPr>
        <p:spPr>
          <a:xfrm>
            <a:off x="6006050" y="2325578"/>
            <a:ext cx="1916700" cy="4926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Raleway"/>
              <a:buNone/>
              <a:defRPr b="1" sz="2000">
                <a:solidFill>
                  <a:schemeClr val="dk1"/>
                </a:solidFill>
                <a:latin typeface="Raleway"/>
                <a:ea typeface="Raleway"/>
                <a:cs typeface="Raleway"/>
                <a:sym typeface="Raleway"/>
              </a:defRPr>
            </a:lvl1pPr>
            <a:lvl2pPr lvl="1" rtl="0" algn="ctr">
              <a:lnSpc>
                <a:spcPct val="100000"/>
              </a:lnSpc>
              <a:spcBef>
                <a:spcPts val="0"/>
              </a:spcBef>
              <a:spcAft>
                <a:spcPts val="0"/>
              </a:spcAft>
              <a:buSzPts val="2400"/>
              <a:buFont typeface="Raleway"/>
              <a:buNone/>
              <a:defRPr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sz="2400">
                <a:latin typeface="Raleway"/>
                <a:ea typeface="Raleway"/>
                <a:cs typeface="Raleway"/>
                <a:sym typeface="Raleway"/>
              </a:defRPr>
            </a:lvl9pPr>
          </a:lstStyle>
          <a:p/>
        </p:txBody>
      </p:sp>
      <p:sp>
        <p:nvSpPr>
          <p:cNvPr id="259" name="Google Shape;259;p33"/>
          <p:cNvSpPr txBox="1"/>
          <p:nvPr>
            <p:ph idx="16" type="subTitle"/>
          </p:nvPr>
        </p:nvSpPr>
        <p:spPr>
          <a:xfrm>
            <a:off x="1222750" y="3875625"/>
            <a:ext cx="1913700" cy="554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60" name="Google Shape;260;p33"/>
          <p:cNvSpPr txBox="1"/>
          <p:nvPr>
            <p:ph idx="17" type="subTitle"/>
          </p:nvPr>
        </p:nvSpPr>
        <p:spPr>
          <a:xfrm>
            <a:off x="3617876" y="3875625"/>
            <a:ext cx="1913700" cy="554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61" name="Google Shape;261;p33"/>
          <p:cNvSpPr txBox="1"/>
          <p:nvPr>
            <p:ph idx="18" type="subTitle"/>
          </p:nvPr>
        </p:nvSpPr>
        <p:spPr>
          <a:xfrm>
            <a:off x="6007550" y="3875625"/>
            <a:ext cx="1913700" cy="554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62" name="Google Shape;262;p33"/>
          <p:cNvSpPr txBox="1"/>
          <p:nvPr>
            <p:ph idx="19" type="subTitle"/>
          </p:nvPr>
        </p:nvSpPr>
        <p:spPr>
          <a:xfrm>
            <a:off x="1221250" y="3459230"/>
            <a:ext cx="1916700" cy="4926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Raleway"/>
              <a:buNone/>
              <a:defRPr b="1" sz="2000">
                <a:solidFill>
                  <a:schemeClr val="dk1"/>
                </a:solidFill>
                <a:latin typeface="Raleway"/>
                <a:ea typeface="Raleway"/>
                <a:cs typeface="Raleway"/>
                <a:sym typeface="Raleway"/>
              </a:defRPr>
            </a:lvl1pPr>
            <a:lvl2pPr lvl="1" rtl="0" algn="ctr">
              <a:lnSpc>
                <a:spcPct val="100000"/>
              </a:lnSpc>
              <a:spcBef>
                <a:spcPts val="0"/>
              </a:spcBef>
              <a:spcAft>
                <a:spcPts val="0"/>
              </a:spcAft>
              <a:buSzPts val="2400"/>
              <a:buFont typeface="Raleway"/>
              <a:buNone/>
              <a:defRPr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sz="2400">
                <a:latin typeface="Raleway"/>
                <a:ea typeface="Raleway"/>
                <a:cs typeface="Raleway"/>
                <a:sym typeface="Raleway"/>
              </a:defRPr>
            </a:lvl9pPr>
          </a:lstStyle>
          <a:p/>
        </p:txBody>
      </p:sp>
      <p:sp>
        <p:nvSpPr>
          <p:cNvPr id="263" name="Google Shape;263;p33"/>
          <p:cNvSpPr txBox="1"/>
          <p:nvPr>
            <p:ph idx="20" type="subTitle"/>
          </p:nvPr>
        </p:nvSpPr>
        <p:spPr>
          <a:xfrm>
            <a:off x="3616376" y="3459230"/>
            <a:ext cx="1916700" cy="4926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Raleway"/>
              <a:buNone/>
              <a:defRPr b="1" sz="2000">
                <a:solidFill>
                  <a:schemeClr val="dk1"/>
                </a:solidFill>
                <a:latin typeface="Raleway"/>
                <a:ea typeface="Raleway"/>
                <a:cs typeface="Raleway"/>
                <a:sym typeface="Raleway"/>
              </a:defRPr>
            </a:lvl1pPr>
            <a:lvl2pPr lvl="1" rtl="0" algn="ctr">
              <a:lnSpc>
                <a:spcPct val="100000"/>
              </a:lnSpc>
              <a:spcBef>
                <a:spcPts val="0"/>
              </a:spcBef>
              <a:spcAft>
                <a:spcPts val="0"/>
              </a:spcAft>
              <a:buSzPts val="2400"/>
              <a:buFont typeface="Raleway"/>
              <a:buNone/>
              <a:defRPr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sz="2400">
                <a:latin typeface="Raleway"/>
                <a:ea typeface="Raleway"/>
                <a:cs typeface="Raleway"/>
                <a:sym typeface="Raleway"/>
              </a:defRPr>
            </a:lvl9pPr>
          </a:lstStyle>
          <a:p/>
        </p:txBody>
      </p:sp>
      <p:sp>
        <p:nvSpPr>
          <p:cNvPr id="264" name="Google Shape;264;p33"/>
          <p:cNvSpPr txBox="1"/>
          <p:nvPr>
            <p:ph idx="21" type="subTitle"/>
          </p:nvPr>
        </p:nvSpPr>
        <p:spPr>
          <a:xfrm>
            <a:off x="6006050" y="3459230"/>
            <a:ext cx="1916700" cy="4926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Raleway"/>
              <a:buNone/>
              <a:defRPr b="1" sz="2000">
                <a:solidFill>
                  <a:schemeClr val="dk1"/>
                </a:solidFill>
                <a:latin typeface="Raleway"/>
                <a:ea typeface="Raleway"/>
                <a:cs typeface="Raleway"/>
                <a:sym typeface="Raleway"/>
              </a:defRPr>
            </a:lvl1pPr>
            <a:lvl2pPr lvl="1" rtl="0" algn="ctr">
              <a:lnSpc>
                <a:spcPct val="100000"/>
              </a:lnSpc>
              <a:spcBef>
                <a:spcPts val="0"/>
              </a:spcBef>
              <a:spcAft>
                <a:spcPts val="0"/>
              </a:spcAft>
              <a:buSzPts val="2400"/>
              <a:buFont typeface="Raleway"/>
              <a:buNone/>
              <a:defRPr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sz="2400">
                <a:latin typeface="Raleway"/>
                <a:ea typeface="Raleway"/>
                <a:cs typeface="Raleway"/>
                <a:sym typeface="Raleway"/>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265" name="Shape 265"/>
        <p:cNvGrpSpPr/>
        <p:nvPr/>
      </p:nvGrpSpPr>
      <p:grpSpPr>
        <a:xfrm>
          <a:off x="0" y="0"/>
          <a:ext cx="0" cy="0"/>
          <a:chOff x="0" y="0"/>
          <a:chExt cx="0" cy="0"/>
        </a:xfrm>
      </p:grpSpPr>
      <p:grpSp>
        <p:nvGrpSpPr>
          <p:cNvPr id="266" name="Google Shape;266;p34"/>
          <p:cNvGrpSpPr/>
          <p:nvPr/>
        </p:nvGrpSpPr>
        <p:grpSpPr>
          <a:xfrm>
            <a:off x="-3509179" y="-4022939"/>
            <a:ext cx="14394662" cy="11669384"/>
            <a:chOff x="-3509179" y="-4022939"/>
            <a:chExt cx="14394662" cy="11669384"/>
          </a:xfrm>
        </p:grpSpPr>
        <p:pic>
          <p:nvPicPr>
            <p:cNvPr id="267" name="Google Shape;267;p34"/>
            <p:cNvPicPr preferRelativeResize="0"/>
            <p:nvPr/>
          </p:nvPicPr>
          <p:blipFill>
            <a:blip r:embed="rId2">
              <a:alphaModFix/>
            </a:blip>
            <a:stretch>
              <a:fillRect/>
            </a:stretch>
          </p:blipFill>
          <p:spPr>
            <a:xfrm flipH="1" rot="2384137">
              <a:off x="-2371954" y="1694653"/>
              <a:ext cx="4387546" cy="5143500"/>
            </a:xfrm>
            <a:prstGeom prst="rect">
              <a:avLst/>
            </a:prstGeom>
            <a:noFill/>
            <a:ln>
              <a:noFill/>
            </a:ln>
          </p:spPr>
        </p:pic>
        <p:pic>
          <p:nvPicPr>
            <p:cNvPr id="268" name="Google Shape;268;p34"/>
            <p:cNvPicPr preferRelativeResize="0"/>
            <p:nvPr/>
          </p:nvPicPr>
          <p:blipFill rotWithShape="1">
            <a:blip r:embed="rId3">
              <a:alphaModFix/>
            </a:blip>
            <a:srcRect b="0" l="0" r="0" t="0"/>
            <a:stretch/>
          </p:blipFill>
          <p:spPr>
            <a:xfrm flipH="1" rot="-5713368">
              <a:off x="4052077" y="-1154160"/>
              <a:ext cx="9144006" cy="3705823"/>
            </a:xfrm>
            <a:prstGeom prst="rect">
              <a:avLst/>
            </a:prstGeom>
            <a:noFill/>
            <a:ln>
              <a:noFill/>
            </a:ln>
          </p:spPr>
        </p:pic>
      </p:grpSp>
      <p:sp>
        <p:nvSpPr>
          <p:cNvPr id="269" name="Google Shape;269;p34"/>
          <p:cNvSpPr txBox="1"/>
          <p:nvPr>
            <p:ph hasCustomPrompt="1" type="title"/>
          </p:nvPr>
        </p:nvSpPr>
        <p:spPr>
          <a:xfrm>
            <a:off x="2223600" y="603432"/>
            <a:ext cx="4696800" cy="877200"/>
          </a:xfrm>
          <a:prstGeom prst="rect">
            <a:avLst/>
          </a:prstGeom>
          <a:noFill/>
        </p:spPr>
        <p:txBody>
          <a:bodyPr anchorCtr="0" anchor="b" bIns="91425" lIns="91425" spcFirstLastPara="1" rIns="91425" wrap="square" tIns="91425">
            <a:noAutofit/>
          </a:bodyPr>
          <a:lstStyle>
            <a:lvl1pPr lvl="0" rtl="0" algn="ctr">
              <a:spcBef>
                <a:spcPts val="0"/>
              </a:spcBef>
              <a:spcAft>
                <a:spcPts val="0"/>
              </a:spcAft>
              <a:buClr>
                <a:schemeClr val="lt1"/>
              </a:buClr>
              <a:buSzPts val="6000"/>
              <a:buNone/>
              <a:defRPr sz="45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270" name="Google Shape;270;p34"/>
          <p:cNvSpPr txBox="1"/>
          <p:nvPr>
            <p:ph idx="1" type="subTitle"/>
          </p:nvPr>
        </p:nvSpPr>
        <p:spPr>
          <a:xfrm>
            <a:off x="2223600" y="1404421"/>
            <a:ext cx="4696800" cy="4311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1"/>
              </a:buClr>
              <a:buSzPts val="2400"/>
              <a:buFont typeface="PT Sans"/>
              <a:buNone/>
              <a:defRPr sz="16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271" name="Google Shape;271;p34"/>
          <p:cNvSpPr txBox="1"/>
          <p:nvPr>
            <p:ph hasCustomPrompt="1" idx="2" type="title"/>
          </p:nvPr>
        </p:nvSpPr>
        <p:spPr>
          <a:xfrm>
            <a:off x="2223600" y="1955688"/>
            <a:ext cx="4696800" cy="877200"/>
          </a:xfrm>
          <a:prstGeom prst="rect">
            <a:avLst/>
          </a:prstGeom>
          <a:noFill/>
        </p:spPr>
        <p:txBody>
          <a:bodyPr anchorCtr="0" anchor="b" bIns="91425" lIns="91425" spcFirstLastPara="1" rIns="91425" wrap="square" tIns="91425">
            <a:noAutofit/>
          </a:bodyPr>
          <a:lstStyle>
            <a:lvl1pPr lvl="0" rtl="0" algn="ctr">
              <a:spcBef>
                <a:spcPts val="0"/>
              </a:spcBef>
              <a:spcAft>
                <a:spcPts val="0"/>
              </a:spcAft>
              <a:buClr>
                <a:schemeClr val="lt1"/>
              </a:buClr>
              <a:buSzPts val="6000"/>
              <a:buNone/>
              <a:defRPr sz="45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272" name="Google Shape;272;p34"/>
          <p:cNvSpPr txBox="1"/>
          <p:nvPr>
            <p:ph idx="3" type="subTitle"/>
          </p:nvPr>
        </p:nvSpPr>
        <p:spPr>
          <a:xfrm>
            <a:off x="2223600" y="2756697"/>
            <a:ext cx="4696800" cy="4311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1"/>
              </a:buClr>
              <a:buSzPts val="2400"/>
              <a:buFont typeface="PT Sans"/>
              <a:buNone/>
              <a:defRPr sz="16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273" name="Google Shape;273;p34"/>
          <p:cNvSpPr txBox="1"/>
          <p:nvPr>
            <p:ph hasCustomPrompt="1" idx="4" type="title"/>
          </p:nvPr>
        </p:nvSpPr>
        <p:spPr>
          <a:xfrm>
            <a:off x="2223600" y="3307944"/>
            <a:ext cx="4696800" cy="877200"/>
          </a:xfrm>
          <a:prstGeom prst="rect">
            <a:avLst/>
          </a:prstGeom>
          <a:noFill/>
        </p:spPr>
        <p:txBody>
          <a:bodyPr anchorCtr="0" anchor="b" bIns="91425" lIns="91425" spcFirstLastPara="1" rIns="91425" wrap="square" tIns="91425">
            <a:noAutofit/>
          </a:bodyPr>
          <a:lstStyle>
            <a:lvl1pPr lvl="0" rtl="0" algn="ctr">
              <a:spcBef>
                <a:spcPts val="0"/>
              </a:spcBef>
              <a:spcAft>
                <a:spcPts val="0"/>
              </a:spcAft>
              <a:buClr>
                <a:schemeClr val="lt1"/>
              </a:buClr>
              <a:buSzPts val="6000"/>
              <a:buNone/>
              <a:defRPr sz="45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274" name="Google Shape;274;p34"/>
          <p:cNvSpPr txBox="1"/>
          <p:nvPr>
            <p:ph idx="5" type="subTitle"/>
          </p:nvPr>
        </p:nvSpPr>
        <p:spPr>
          <a:xfrm>
            <a:off x="2223600" y="4108968"/>
            <a:ext cx="4696800" cy="4311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1"/>
              </a:buClr>
              <a:buSzPts val="2400"/>
              <a:buFont typeface="PT Sans"/>
              <a:buNone/>
              <a:defRPr sz="16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275" name="Shape 275"/>
        <p:cNvGrpSpPr/>
        <p:nvPr/>
      </p:nvGrpSpPr>
      <p:grpSpPr>
        <a:xfrm>
          <a:off x="0" y="0"/>
          <a:ext cx="0" cy="0"/>
          <a:chOff x="0" y="0"/>
          <a:chExt cx="0" cy="0"/>
        </a:xfrm>
      </p:grpSpPr>
      <p:grpSp>
        <p:nvGrpSpPr>
          <p:cNvPr id="276" name="Google Shape;276;p35"/>
          <p:cNvGrpSpPr/>
          <p:nvPr/>
        </p:nvGrpSpPr>
        <p:grpSpPr>
          <a:xfrm>
            <a:off x="-2384195" y="-2866560"/>
            <a:ext cx="14035773" cy="10829462"/>
            <a:chOff x="-2384195" y="-2866560"/>
            <a:chExt cx="14035773" cy="10829462"/>
          </a:xfrm>
        </p:grpSpPr>
        <p:pic>
          <p:nvPicPr>
            <p:cNvPr id="277" name="Google Shape;277;p35"/>
            <p:cNvPicPr preferRelativeResize="0"/>
            <p:nvPr/>
          </p:nvPicPr>
          <p:blipFill rotWithShape="1">
            <a:blip r:embed="rId2">
              <a:alphaModFix/>
            </a:blip>
            <a:srcRect b="0" l="0" r="0" t="0"/>
            <a:stretch/>
          </p:blipFill>
          <p:spPr>
            <a:xfrm flipH="1">
              <a:off x="-2384195" y="-2866560"/>
              <a:ext cx="9144003" cy="3705821"/>
            </a:xfrm>
            <a:prstGeom prst="rect">
              <a:avLst/>
            </a:prstGeom>
            <a:noFill/>
            <a:ln>
              <a:noFill/>
            </a:ln>
          </p:spPr>
        </p:pic>
        <p:pic>
          <p:nvPicPr>
            <p:cNvPr id="278" name="Google Shape;278;p35"/>
            <p:cNvPicPr preferRelativeResize="0"/>
            <p:nvPr/>
          </p:nvPicPr>
          <p:blipFill rotWithShape="1">
            <a:blip r:embed="rId3">
              <a:alphaModFix/>
            </a:blip>
            <a:srcRect b="0" l="0" r="0" t="0"/>
            <a:stretch/>
          </p:blipFill>
          <p:spPr>
            <a:xfrm flipH="1">
              <a:off x="5302035" y="2819400"/>
              <a:ext cx="6349542" cy="5143501"/>
            </a:xfrm>
            <a:prstGeom prst="rect">
              <a:avLst/>
            </a:prstGeom>
            <a:noFill/>
            <a:ln>
              <a:noFill/>
            </a:ln>
          </p:spPr>
        </p:pic>
        <p:pic>
          <p:nvPicPr>
            <p:cNvPr id="279" name="Google Shape;279;p35"/>
            <p:cNvPicPr preferRelativeResize="0"/>
            <p:nvPr/>
          </p:nvPicPr>
          <p:blipFill>
            <a:blip r:embed="rId4">
              <a:alphaModFix/>
            </a:blip>
            <a:stretch>
              <a:fillRect/>
            </a:stretch>
          </p:blipFill>
          <p:spPr>
            <a:xfrm flipH="1">
              <a:off x="-1165517" y="2152650"/>
              <a:ext cx="4387547" cy="5143501"/>
            </a:xfrm>
            <a:prstGeom prst="rect">
              <a:avLst/>
            </a:prstGeom>
            <a:noFill/>
            <a:ln>
              <a:noFill/>
            </a:ln>
          </p:spPr>
        </p:pic>
      </p:grpSp>
      <p:sp>
        <p:nvSpPr>
          <p:cNvPr id="280" name="Google Shape;280;p35"/>
          <p:cNvSpPr txBox="1"/>
          <p:nvPr>
            <p:ph type="title"/>
          </p:nvPr>
        </p:nvSpPr>
        <p:spPr>
          <a:xfrm>
            <a:off x="2347950" y="821063"/>
            <a:ext cx="4448100" cy="11082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6000"/>
              <a:buNone/>
              <a:defRPr sz="6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81" name="Google Shape;281;p35"/>
          <p:cNvSpPr txBox="1"/>
          <p:nvPr>
            <p:ph idx="1" type="subTitle"/>
          </p:nvPr>
        </p:nvSpPr>
        <p:spPr>
          <a:xfrm>
            <a:off x="2347950" y="1717431"/>
            <a:ext cx="4448100" cy="1046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200"/>
              <a:buNone/>
              <a:defRPr sz="140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82" name="Google Shape;282;p35"/>
          <p:cNvSpPr txBox="1"/>
          <p:nvPr/>
        </p:nvSpPr>
        <p:spPr>
          <a:xfrm>
            <a:off x="2099100" y="3527556"/>
            <a:ext cx="4945800" cy="492600"/>
          </a:xfrm>
          <a:prstGeom prst="rect">
            <a:avLst/>
          </a:prstGeom>
          <a:noFill/>
          <a:ln>
            <a:noFill/>
          </a:ln>
        </p:spPr>
        <p:txBody>
          <a:bodyPr anchorCtr="0" anchor="t" bIns="91425" lIns="91425" spcFirstLastPara="1" rIns="91425" wrap="square" tIns="91425">
            <a:noAutofit/>
          </a:bodyPr>
          <a:lstStyle/>
          <a:p>
            <a:pPr indent="0" lvl="0" marL="0" rtl="0" algn="ctr">
              <a:spcBef>
                <a:spcPts val="300"/>
              </a:spcBef>
              <a:spcAft>
                <a:spcPts val="0"/>
              </a:spcAft>
              <a:buNone/>
            </a:pPr>
            <a:r>
              <a:rPr b="1" lang="en" sz="1000">
                <a:solidFill>
                  <a:schemeClr val="dk1"/>
                </a:solidFill>
                <a:latin typeface="Nunito"/>
                <a:ea typeface="Nunito"/>
                <a:cs typeface="Nunito"/>
                <a:sym typeface="Nunito"/>
              </a:rPr>
              <a:t>CREDITS:</a:t>
            </a:r>
            <a:r>
              <a:rPr lang="en" sz="1000">
                <a:solidFill>
                  <a:schemeClr val="dk1"/>
                </a:solidFill>
                <a:latin typeface="Nunito"/>
                <a:ea typeface="Nunito"/>
                <a:cs typeface="Nunito"/>
                <a:sym typeface="Nunito"/>
              </a:rPr>
              <a:t> This presentation template was created by </a:t>
            </a:r>
            <a:r>
              <a:rPr b="1" lang="en" sz="1000" u="sng">
                <a:solidFill>
                  <a:schemeClr val="dk1"/>
                </a:solidFill>
                <a:latin typeface="Nunito"/>
                <a:ea typeface="Nunito"/>
                <a:cs typeface="Nunito"/>
                <a:sym typeface="Nunito"/>
                <a:hlinkClick r:id="rId5">
                  <a:extLst>
                    <a:ext uri="{A12FA001-AC4F-418D-AE19-62706E023703}">
                      <ahyp:hlinkClr val="tx"/>
                    </a:ext>
                  </a:extLst>
                </a:hlinkClick>
              </a:rPr>
              <a:t>Slidesgo</a:t>
            </a:r>
            <a:r>
              <a:rPr lang="en" sz="1000">
                <a:solidFill>
                  <a:schemeClr val="dk1"/>
                </a:solidFill>
                <a:latin typeface="Nunito"/>
                <a:ea typeface="Nunito"/>
                <a:cs typeface="Nunito"/>
                <a:sym typeface="Nunito"/>
              </a:rPr>
              <a:t>, and includes icons by </a:t>
            </a:r>
            <a:r>
              <a:rPr b="1" lang="en" sz="1000" u="sng">
                <a:solidFill>
                  <a:schemeClr val="dk1"/>
                </a:solidFill>
                <a:latin typeface="Nunito"/>
                <a:ea typeface="Nunito"/>
                <a:cs typeface="Nunito"/>
                <a:sym typeface="Nunito"/>
                <a:hlinkClick r:id="rId6">
                  <a:extLst>
                    <a:ext uri="{A12FA001-AC4F-418D-AE19-62706E023703}">
                      <ahyp:hlinkClr val="tx"/>
                    </a:ext>
                  </a:extLst>
                </a:hlinkClick>
              </a:rPr>
              <a:t>Flaticon</a:t>
            </a:r>
            <a:r>
              <a:rPr lang="en" sz="1000">
                <a:solidFill>
                  <a:schemeClr val="dk1"/>
                </a:solidFill>
                <a:latin typeface="Nunito"/>
                <a:ea typeface="Nunito"/>
                <a:cs typeface="Nunito"/>
                <a:sym typeface="Nunito"/>
              </a:rPr>
              <a:t>, and infographics &amp; images by </a:t>
            </a:r>
            <a:r>
              <a:rPr b="1" lang="en" sz="1000" u="sng">
                <a:solidFill>
                  <a:schemeClr val="dk1"/>
                </a:solidFill>
                <a:latin typeface="Nunito"/>
                <a:ea typeface="Nunito"/>
                <a:cs typeface="Nunito"/>
                <a:sym typeface="Nunito"/>
                <a:hlinkClick r:id="rId7">
                  <a:extLst>
                    <a:ext uri="{A12FA001-AC4F-418D-AE19-62706E023703}">
                      <ahyp:hlinkClr val="tx"/>
                    </a:ext>
                  </a:extLst>
                </a:hlinkClick>
              </a:rPr>
              <a:t>Freepik</a:t>
            </a:r>
            <a:r>
              <a:rPr lang="en" sz="1000" u="sng">
                <a:solidFill>
                  <a:schemeClr val="dk1"/>
                </a:solidFill>
                <a:latin typeface="Nunito"/>
                <a:ea typeface="Nunito"/>
                <a:cs typeface="Nunito"/>
                <a:sym typeface="Nunito"/>
              </a:rPr>
              <a:t> </a:t>
            </a:r>
            <a:endParaRPr b="1" sz="1000" u="sng">
              <a:solidFill>
                <a:schemeClr val="dk1"/>
              </a:solidFill>
              <a:latin typeface="Nunito"/>
              <a:ea typeface="Nunito"/>
              <a:cs typeface="Nunito"/>
              <a:sym typeface="Nunito"/>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283" name="Shape 283"/>
        <p:cNvGrpSpPr/>
        <p:nvPr/>
      </p:nvGrpSpPr>
      <p:grpSpPr>
        <a:xfrm>
          <a:off x="0" y="0"/>
          <a:ext cx="0" cy="0"/>
          <a:chOff x="0" y="0"/>
          <a:chExt cx="0" cy="0"/>
        </a:xfrm>
      </p:grpSpPr>
      <p:grpSp>
        <p:nvGrpSpPr>
          <p:cNvPr id="284" name="Google Shape;284;p36"/>
          <p:cNvGrpSpPr/>
          <p:nvPr/>
        </p:nvGrpSpPr>
        <p:grpSpPr>
          <a:xfrm>
            <a:off x="-3653639" y="-2790360"/>
            <a:ext cx="15724511" cy="11210106"/>
            <a:chOff x="-3653639" y="-2790360"/>
            <a:chExt cx="15724511" cy="11210106"/>
          </a:xfrm>
        </p:grpSpPr>
        <p:pic>
          <p:nvPicPr>
            <p:cNvPr id="285" name="Google Shape;285;p36"/>
            <p:cNvPicPr preferRelativeResize="0"/>
            <p:nvPr/>
          </p:nvPicPr>
          <p:blipFill rotWithShape="1">
            <a:blip r:embed="rId2">
              <a:alphaModFix/>
            </a:blip>
            <a:srcRect b="0" l="0" r="0" t="0"/>
            <a:stretch/>
          </p:blipFill>
          <p:spPr>
            <a:xfrm>
              <a:off x="1440775" y="-2790360"/>
              <a:ext cx="9144003" cy="3705821"/>
            </a:xfrm>
            <a:prstGeom prst="rect">
              <a:avLst/>
            </a:prstGeom>
            <a:noFill/>
            <a:ln>
              <a:noFill/>
            </a:ln>
          </p:spPr>
        </p:pic>
        <p:pic>
          <p:nvPicPr>
            <p:cNvPr id="286" name="Google Shape;286;p36"/>
            <p:cNvPicPr preferRelativeResize="0"/>
            <p:nvPr/>
          </p:nvPicPr>
          <p:blipFill rotWithShape="1">
            <a:blip r:embed="rId3">
              <a:alphaModFix/>
            </a:blip>
            <a:srcRect b="0" l="0" r="0" t="0"/>
            <a:stretch/>
          </p:blipFill>
          <p:spPr>
            <a:xfrm rot="1660645">
              <a:off x="-2822346" y="2095850"/>
              <a:ext cx="6349545" cy="5143503"/>
            </a:xfrm>
            <a:prstGeom prst="rect">
              <a:avLst/>
            </a:prstGeom>
            <a:noFill/>
            <a:ln>
              <a:noFill/>
            </a:ln>
          </p:spPr>
        </p:pic>
        <p:pic>
          <p:nvPicPr>
            <p:cNvPr id="287" name="Google Shape;287;p36"/>
            <p:cNvPicPr preferRelativeResize="0"/>
            <p:nvPr/>
          </p:nvPicPr>
          <p:blipFill>
            <a:blip r:embed="rId4">
              <a:alphaModFix/>
            </a:blip>
            <a:stretch>
              <a:fillRect/>
            </a:stretch>
          </p:blipFill>
          <p:spPr>
            <a:xfrm rot="-1557935">
              <a:off x="6778778" y="1904999"/>
              <a:ext cx="4387548" cy="5143502"/>
            </a:xfrm>
            <a:prstGeom prst="rect">
              <a:avLst/>
            </a:prstGeom>
            <a:noFill/>
            <a:ln>
              <a:noFill/>
            </a:ln>
          </p:spPr>
        </p:pic>
      </p:gr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288" name="Shape 288"/>
        <p:cNvGrpSpPr/>
        <p:nvPr/>
      </p:nvGrpSpPr>
      <p:grpSpPr>
        <a:xfrm>
          <a:off x="0" y="0"/>
          <a:ext cx="0" cy="0"/>
          <a:chOff x="0" y="0"/>
          <a:chExt cx="0" cy="0"/>
        </a:xfrm>
      </p:grpSpPr>
      <p:grpSp>
        <p:nvGrpSpPr>
          <p:cNvPr id="289" name="Google Shape;289;p37"/>
          <p:cNvGrpSpPr/>
          <p:nvPr/>
        </p:nvGrpSpPr>
        <p:grpSpPr>
          <a:xfrm>
            <a:off x="-3038425" y="-2885610"/>
            <a:ext cx="15526757" cy="10936860"/>
            <a:chOff x="-3038425" y="-2885610"/>
            <a:chExt cx="15526757" cy="10936860"/>
          </a:xfrm>
        </p:grpSpPr>
        <p:pic>
          <p:nvPicPr>
            <p:cNvPr id="290" name="Google Shape;290;p37"/>
            <p:cNvPicPr preferRelativeResize="0"/>
            <p:nvPr/>
          </p:nvPicPr>
          <p:blipFill rotWithShape="1">
            <a:blip r:embed="rId2">
              <a:alphaModFix/>
            </a:blip>
            <a:srcRect b="0" l="0" r="0" t="0"/>
            <a:stretch/>
          </p:blipFill>
          <p:spPr>
            <a:xfrm flipH="1">
              <a:off x="330951" y="-2885610"/>
              <a:ext cx="9144003" cy="3705821"/>
            </a:xfrm>
            <a:prstGeom prst="rect">
              <a:avLst/>
            </a:prstGeom>
            <a:noFill/>
            <a:ln>
              <a:noFill/>
            </a:ln>
          </p:spPr>
        </p:pic>
        <p:pic>
          <p:nvPicPr>
            <p:cNvPr id="291" name="Google Shape;291;p37"/>
            <p:cNvPicPr preferRelativeResize="0"/>
            <p:nvPr/>
          </p:nvPicPr>
          <p:blipFill rotWithShape="1">
            <a:blip r:embed="rId3">
              <a:alphaModFix/>
            </a:blip>
            <a:srcRect b="0" l="0" r="0" t="0"/>
            <a:stretch/>
          </p:blipFill>
          <p:spPr>
            <a:xfrm flipH="1" rot="-1028951">
              <a:off x="5521633" y="2085974"/>
              <a:ext cx="6349540" cy="5143500"/>
            </a:xfrm>
            <a:prstGeom prst="rect">
              <a:avLst/>
            </a:prstGeom>
            <a:noFill/>
            <a:ln>
              <a:noFill/>
            </a:ln>
          </p:spPr>
        </p:pic>
        <p:pic>
          <p:nvPicPr>
            <p:cNvPr id="292" name="Google Shape;292;p37"/>
            <p:cNvPicPr preferRelativeResize="0"/>
            <p:nvPr/>
          </p:nvPicPr>
          <p:blipFill>
            <a:blip r:embed="rId4">
              <a:alphaModFix/>
            </a:blip>
            <a:stretch>
              <a:fillRect/>
            </a:stretch>
          </p:blipFill>
          <p:spPr>
            <a:xfrm flipH="1" rot="1600190">
              <a:off x="-2117498" y="1333498"/>
              <a:ext cx="4387549" cy="5143504"/>
            </a:xfrm>
            <a:prstGeom prst="rect">
              <a:avLst/>
            </a:prstGeom>
            <a:noFill/>
            <a:ln>
              <a:noFill/>
            </a:ln>
          </p:spPr>
        </p:pic>
      </p:gr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4">
  <p:cSld name="TITLE_AND_TWO_COLUMNS_1_1_2">
    <p:spTree>
      <p:nvGrpSpPr>
        <p:cNvPr id="293" name="Shape 293"/>
        <p:cNvGrpSpPr/>
        <p:nvPr/>
      </p:nvGrpSpPr>
      <p:grpSpPr>
        <a:xfrm>
          <a:off x="0" y="0"/>
          <a:ext cx="0" cy="0"/>
          <a:chOff x="0" y="0"/>
          <a:chExt cx="0" cy="0"/>
        </a:xfrm>
      </p:grpSpPr>
      <p:sp>
        <p:nvSpPr>
          <p:cNvPr id="294" name="Google Shape;294;p3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95" name="Google Shape;295;p38"/>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6" name="Google Shape;296;p38"/>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7" name="Google Shape;297;p3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_1">
    <p:spTree>
      <p:nvGrpSpPr>
        <p:cNvPr id="298" name="Shape 298"/>
        <p:cNvGrpSpPr/>
        <p:nvPr/>
      </p:nvGrpSpPr>
      <p:grpSpPr>
        <a:xfrm>
          <a:off x="0" y="0"/>
          <a:ext cx="0" cy="0"/>
          <a:chOff x="0" y="0"/>
          <a:chExt cx="0" cy="0"/>
        </a:xfrm>
      </p:grpSpPr>
      <p:sp>
        <p:nvSpPr>
          <p:cNvPr id="299" name="Google Shape;299;p3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300" name="Google Shape;300;p3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01" name="Google Shape;301;p3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5">
  <p:cSld name="TITLE_AND_TWO_COLUMNS_1_1_3">
    <p:spTree>
      <p:nvGrpSpPr>
        <p:cNvPr id="302" name="Shape 302"/>
        <p:cNvGrpSpPr/>
        <p:nvPr/>
      </p:nvGrpSpPr>
      <p:grpSpPr>
        <a:xfrm>
          <a:off x="0" y="0"/>
          <a:ext cx="0" cy="0"/>
          <a:chOff x="0" y="0"/>
          <a:chExt cx="0" cy="0"/>
        </a:xfrm>
      </p:grpSpPr>
      <p:sp>
        <p:nvSpPr>
          <p:cNvPr id="303" name="Google Shape;303;p4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304" name="Google Shape;304;p40"/>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05" name="Google Shape;305;p40"/>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06" name="Google Shape;306;p4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theme" Target="../theme/theme2.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slideLayout" Target="../slideLayouts/slideLayout39.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3000"/>
              <a:buFont typeface="Raleway"/>
              <a:buNone/>
              <a:defRPr b="1" sz="3000">
                <a:solidFill>
                  <a:schemeClr val="dk1"/>
                </a:solidFill>
                <a:latin typeface="Raleway"/>
                <a:ea typeface="Raleway"/>
                <a:cs typeface="Raleway"/>
                <a:sym typeface="Raleway"/>
              </a:defRPr>
            </a:lvl1pPr>
            <a:lvl2pPr lvl="1" rtl="0">
              <a:spcBef>
                <a:spcPts val="0"/>
              </a:spcBef>
              <a:spcAft>
                <a:spcPts val="0"/>
              </a:spcAft>
              <a:buClr>
                <a:schemeClr val="dk1"/>
              </a:buClr>
              <a:buSzPts val="3500"/>
              <a:buFont typeface="Raleway"/>
              <a:buNone/>
              <a:defRPr b="1" sz="3500">
                <a:solidFill>
                  <a:schemeClr val="dk1"/>
                </a:solidFill>
                <a:latin typeface="Raleway"/>
                <a:ea typeface="Raleway"/>
                <a:cs typeface="Raleway"/>
                <a:sym typeface="Raleway"/>
              </a:defRPr>
            </a:lvl2pPr>
            <a:lvl3pPr lvl="2" rtl="0">
              <a:spcBef>
                <a:spcPts val="0"/>
              </a:spcBef>
              <a:spcAft>
                <a:spcPts val="0"/>
              </a:spcAft>
              <a:buClr>
                <a:schemeClr val="dk1"/>
              </a:buClr>
              <a:buSzPts val="3500"/>
              <a:buFont typeface="Raleway"/>
              <a:buNone/>
              <a:defRPr b="1" sz="3500">
                <a:solidFill>
                  <a:schemeClr val="dk1"/>
                </a:solidFill>
                <a:latin typeface="Raleway"/>
                <a:ea typeface="Raleway"/>
                <a:cs typeface="Raleway"/>
                <a:sym typeface="Raleway"/>
              </a:defRPr>
            </a:lvl3pPr>
            <a:lvl4pPr lvl="3" rtl="0">
              <a:spcBef>
                <a:spcPts val="0"/>
              </a:spcBef>
              <a:spcAft>
                <a:spcPts val="0"/>
              </a:spcAft>
              <a:buClr>
                <a:schemeClr val="dk1"/>
              </a:buClr>
              <a:buSzPts val="3500"/>
              <a:buFont typeface="Raleway"/>
              <a:buNone/>
              <a:defRPr b="1" sz="3500">
                <a:solidFill>
                  <a:schemeClr val="dk1"/>
                </a:solidFill>
                <a:latin typeface="Raleway"/>
                <a:ea typeface="Raleway"/>
                <a:cs typeface="Raleway"/>
                <a:sym typeface="Raleway"/>
              </a:defRPr>
            </a:lvl4pPr>
            <a:lvl5pPr lvl="4" rtl="0">
              <a:spcBef>
                <a:spcPts val="0"/>
              </a:spcBef>
              <a:spcAft>
                <a:spcPts val="0"/>
              </a:spcAft>
              <a:buClr>
                <a:schemeClr val="dk1"/>
              </a:buClr>
              <a:buSzPts val="3500"/>
              <a:buFont typeface="Raleway"/>
              <a:buNone/>
              <a:defRPr b="1" sz="3500">
                <a:solidFill>
                  <a:schemeClr val="dk1"/>
                </a:solidFill>
                <a:latin typeface="Raleway"/>
                <a:ea typeface="Raleway"/>
                <a:cs typeface="Raleway"/>
                <a:sym typeface="Raleway"/>
              </a:defRPr>
            </a:lvl5pPr>
            <a:lvl6pPr lvl="5" rtl="0">
              <a:spcBef>
                <a:spcPts val="0"/>
              </a:spcBef>
              <a:spcAft>
                <a:spcPts val="0"/>
              </a:spcAft>
              <a:buClr>
                <a:schemeClr val="dk1"/>
              </a:buClr>
              <a:buSzPts val="3500"/>
              <a:buFont typeface="Raleway"/>
              <a:buNone/>
              <a:defRPr b="1" sz="3500">
                <a:solidFill>
                  <a:schemeClr val="dk1"/>
                </a:solidFill>
                <a:latin typeface="Raleway"/>
                <a:ea typeface="Raleway"/>
                <a:cs typeface="Raleway"/>
                <a:sym typeface="Raleway"/>
              </a:defRPr>
            </a:lvl6pPr>
            <a:lvl7pPr lvl="6" rtl="0">
              <a:spcBef>
                <a:spcPts val="0"/>
              </a:spcBef>
              <a:spcAft>
                <a:spcPts val="0"/>
              </a:spcAft>
              <a:buClr>
                <a:schemeClr val="dk1"/>
              </a:buClr>
              <a:buSzPts val="3500"/>
              <a:buFont typeface="Raleway"/>
              <a:buNone/>
              <a:defRPr b="1" sz="3500">
                <a:solidFill>
                  <a:schemeClr val="dk1"/>
                </a:solidFill>
                <a:latin typeface="Raleway"/>
                <a:ea typeface="Raleway"/>
                <a:cs typeface="Raleway"/>
                <a:sym typeface="Raleway"/>
              </a:defRPr>
            </a:lvl7pPr>
            <a:lvl8pPr lvl="7" rtl="0">
              <a:spcBef>
                <a:spcPts val="0"/>
              </a:spcBef>
              <a:spcAft>
                <a:spcPts val="0"/>
              </a:spcAft>
              <a:buClr>
                <a:schemeClr val="dk1"/>
              </a:buClr>
              <a:buSzPts val="3500"/>
              <a:buFont typeface="Raleway"/>
              <a:buNone/>
              <a:defRPr b="1" sz="3500">
                <a:solidFill>
                  <a:schemeClr val="dk1"/>
                </a:solidFill>
                <a:latin typeface="Raleway"/>
                <a:ea typeface="Raleway"/>
                <a:cs typeface="Raleway"/>
                <a:sym typeface="Raleway"/>
              </a:defRPr>
            </a:lvl8pPr>
            <a:lvl9pPr lvl="8" rtl="0">
              <a:spcBef>
                <a:spcPts val="0"/>
              </a:spcBef>
              <a:spcAft>
                <a:spcPts val="0"/>
              </a:spcAft>
              <a:buClr>
                <a:schemeClr val="dk1"/>
              </a:buClr>
              <a:buSzPts val="3500"/>
              <a:buFont typeface="Raleway"/>
              <a:buNone/>
              <a:defRPr b="1" sz="3500">
                <a:solidFill>
                  <a:schemeClr val="dk1"/>
                </a:solidFill>
                <a:latin typeface="Raleway"/>
                <a:ea typeface="Raleway"/>
                <a:cs typeface="Raleway"/>
                <a:sym typeface="Raleway"/>
              </a:defRPr>
            </a:lvl9pPr>
          </a:lstStyle>
          <a:p/>
        </p:txBody>
      </p:sp>
      <p:sp>
        <p:nvSpPr>
          <p:cNvPr id="7" name="Google Shape;7;p1"/>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04800" lvl="0" marL="457200">
              <a:lnSpc>
                <a:spcPct val="100000"/>
              </a:lnSpc>
              <a:spcBef>
                <a:spcPts val="0"/>
              </a:spcBef>
              <a:spcAft>
                <a:spcPts val="0"/>
              </a:spcAft>
              <a:buClr>
                <a:schemeClr val="dk1"/>
              </a:buClr>
              <a:buSzPts val="1200"/>
              <a:buFont typeface="Nunito"/>
              <a:buChar char="●"/>
              <a:defRPr sz="1200">
                <a:solidFill>
                  <a:schemeClr val="dk1"/>
                </a:solidFill>
                <a:latin typeface="Nunito"/>
                <a:ea typeface="Nunito"/>
                <a:cs typeface="Nunito"/>
                <a:sym typeface="Nunito"/>
              </a:defRPr>
            </a:lvl1pPr>
            <a:lvl2pPr indent="-304800" lvl="1" marL="914400">
              <a:lnSpc>
                <a:spcPct val="100000"/>
              </a:lnSpc>
              <a:spcBef>
                <a:spcPts val="0"/>
              </a:spcBef>
              <a:spcAft>
                <a:spcPts val="0"/>
              </a:spcAft>
              <a:buClr>
                <a:schemeClr val="dk1"/>
              </a:buClr>
              <a:buSzPts val="1200"/>
              <a:buFont typeface="Nunito"/>
              <a:buChar char="○"/>
              <a:defRPr sz="1200">
                <a:solidFill>
                  <a:schemeClr val="dk1"/>
                </a:solidFill>
                <a:latin typeface="Nunito"/>
                <a:ea typeface="Nunito"/>
                <a:cs typeface="Nunito"/>
                <a:sym typeface="Nunito"/>
              </a:defRPr>
            </a:lvl2pPr>
            <a:lvl3pPr indent="-304800" lvl="2" marL="1371600">
              <a:lnSpc>
                <a:spcPct val="100000"/>
              </a:lnSpc>
              <a:spcBef>
                <a:spcPts val="0"/>
              </a:spcBef>
              <a:spcAft>
                <a:spcPts val="0"/>
              </a:spcAft>
              <a:buClr>
                <a:schemeClr val="dk1"/>
              </a:buClr>
              <a:buSzPts val="1200"/>
              <a:buFont typeface="Nunito"/>
              <a:buChar char="■"/>
              <a:defRPr sz="1200">
                <a:solidFill>
                  <a:schemeClr val="dk1"/>
                </a:solidFill>
                <a:latin typeface="Nunito"/>
                <a:ea typeface="Nunito"/>
                <a:cs typeface="Nunito"/>
                <a:sym typeface="Nunito"/>
              </a:defRPr>
            </a:lvl3pPr>
            <a:lvl4pPr indent="-304800" lvl="3" marL="1828800">
              <a:lnSpc>
                <a:spcPct val="100000"/>
              </a:lnSpc>
              <a:spcBef>
                <a:spcPts val="0"/>
              </a:spcBef>
              <a:spcAft>
                <a:spcPts val="0"/>
              </a:spcAft>
              <a:buClr>
                <a:schemeClr val="dk1"/>
              </a:buClr>
              <a:buSzPts val="1200"/>
              <a:buFont typeface="Nunito"/>
              <a:buChar char="●"/>
              <a:defRPr sz="1200">
                <a:solidFill>
                  <a:schemeClr val="dk1"/>
                </a:solidFill>
                <a:latin typeface="Nunito"/>
                <a:ea typeface="Nunito"/>
                <a:cs typeface="Nunito"/>
                <a:sym typeface="Nunito"/>
              </a:defRPr>
            </a:lvl4pPr>
            <a:lvl5pPr indent="-304800" lvl="4" marL="2286000">
              <a:lnSpc>
                <a:spcPct val="100000"/>
              </a:lnSpc>
              <a:spcBef>
                <a:spcPts val="0"/>
              </a:spcBef>
              <a:spcAft>
                <a:spcPts val="0"/>
              </a:spcAft>
              <a:buClr>
                <a:schemeClr val="dk1"/>
              </a:buClr>
              <a:buSzPts val="1200"/>
              <a:buFont typeface="Nunito"/>
              <a:buChar char="○"/>
              <a:defRPr sz="1200">
                <a:solidFill>
                  <a:schemeClr val="dk1"/>
                </a:solidFill>
                <a:latin typeface="Nunito"/>
                <a:ea typeface="Nunito"/>
                <a:cs typeface="Nunito"/>
                <a:sym typeface="Nunito"/>
              </a:defRPr>
            </a:lvl5pPr>
            <a:lvl6pPr indent="-304800" lvl="5" marL="2743200">
              <a:lnSpc>
                <a:spcPct val="100000"/>
              </a:lnSpc>
              <a:spcBef>
                <a:spcPts val="0"/>
              </a:spcBef>
              <a:spcAft>
                <a:spcPts val="0"/>
              </a:spcAft>
              <a:buClr>
                <a:schemeClr val="dk1"/>
              </a:buClr>
              <a:buSzPts val="1200"/>
              <a:buFont typeface="Nunito"/>
              <a:buChar char="■"/>
              <a:defRPr sz="1200">
                <a:solidFill>
                  <a:schemeClr val="dk1"/>
                </a:solidFill>
                <a:latin typeface="Nunito"/>
                <a:ea typeface="Nunito"/>
                <a:cs typeface="Nunito"/>
                <a:sym typeface="Nunito"/>
              </a:defRPr>
            </a:lvl6pPr>
            <a:lvl7pPr indent="-304800" lvl="6" marL="3200400">
              <a:lnSpc>
                <a:spcPct val="100000"/>
              </a:lnSpc>
              <a:spcBef>
                <a:spcPts val="0"/>
              </a:spcBef>
              <a:spcAft>
                <a:spcPts val="0"/>
              </a:spcAft>
              <a:buClr>
                <a:schemeClr val="dk1"/>
              </a:buClr>
              <a:buSzPts val="1200"/>
              <a:buFont typeface="Nunito"/>
              <a:buChar char="●"/>
              <a:defRPr sz="1200">
                <a:solidFill>
                  <a:schemeClr val="dk1"/>
                </a:solidFill>
                <a:latin typeface="Nunito"/>
                <a:ea typeface="Nunito"/>
                <a:cs typeface="Nunito"/>
                <a:sym typeface="Nunito"/>
              </a:defRPr>
            </a:lvl7pPr>
            <a:lvl8pPr indent="-304800" lvl="7" marL="3657600">
              <a:lnSpc>
                <a:spcPct val="100000"/>
              </a:lnSpc>
              <a:spcBef>
                <a:spcPts val="0"/>
              </a:spcBef>
              <a:spcAft>
                <a:spcPts val="0"/>
              </a:spcAft>
              <a:buClr>
                <a:schemeClr val="dk1"/>
              </a:buClr>
              <a:buSzPts val="1200"/>
              <a:buFont typeface="Nunito"/>
              <a:buChar char="○"/>
              <a:defRPr sz="1200">
                <a:solidFill>
                  <a:schemeClr val="dk1"/>
                </a:solidFill>
                <a:latin typeface="Nunito"/>
                <a:ea typeface="Nunito"/>
                <a:cs typeface="Nunito"/>
                <a:sym typeface="Nunito"/>
              </a:defRPr>
            </a:lvl8pPr>
            <a:lvl9pPr indent="-304800" lvl="8" marL="4114800">
              <a:lnSpc>
                <a:spcPct val="100000"/>
              </a:lnSpc>
              <a:spcBef>
                <a:spcPts val="0"/>
              </a:spcBef>
              <a:spcAft>
                <a:spcPts val="0"/>
              </a:spcAft>
              <a:buClr>
                <a:schemeClr val="dk1"/>
              </a:buClr>
              <a:buSzPts val="1200"/>
              <a:buFont typeface="Nunito"/>
              <a:buChar char="■"/>
              <a:defRPr sz="1200">
                <a:solidFill>
                  <a:schemeClr val="dk1"/>
                </a:solidFill>
                <a:latin typeface="Nunito"/>
                <a:ea typeface="Nunito"/>
                <a:cs typeface="Nunito"/>
                <a:sym typeface="Nunito"/>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449">
          <p15:clr>
            <a:srgbClr val="EA4335"/>
          </p15:clr>
        </p15:guide>
        <p15:guide id="2" pos="5311">
          <p15:clr>
            <a:srgbClr val="EA4335"/>
          </p15:clr>
        </p15:guide>
        <p15:guide id="3" orient="horz" pos="340">
          <p15:clr>
            <a:srgbClr val="EA4335"/>
          </p15:clr>
        </p15:guide>
        <p15:guide id="4" orient="horz" pos="2900">
          <p15:clr>
            <a:srgbClr val="EA4335"/>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3.xml"/><Relationship Id="rId3" Type="http://schemas.openxmlformats.org/officeDocument/2006/relationships/image" Target="../media/image2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4.xml"/><Relationship Id="rId3" Type="http://schemas.openxmlformats.org/officeDocument/2006/relationships/image" Target="../media/image1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5.xml"/><Relationship Id="rId3"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6.xml"/><Relationship Id="rId3" Type="http://schemas.openxmlformats.org/officeDocument/2006/relationships/image" Target="../media/image2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8.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19.png"/><Relationship Id="rId6" Type="http://schemas.openxmlformats.org/officeDocument/2006/relationships/image" Target="../media/image12.png"/><Relationship Id="rId7"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9.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19.png"/><Relationship Id="rId6" Type="http://schemas.openxmlformats.org/officeDocument/2006/relationships/image" Target="../media/image12.png"/><Relationship Id="rId7"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4.xml"/><Relationship Id="rId3" Type="http://schemas.openxmlformats.org/officeDocument/2006/relationships/image" Target="../media/image1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5.xml"/><Relationship Id="rId3"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7.xml"/><Relationship Id="rId3" Type="http://schemas.openxmlformats.org/officeDocument/2006/relationships/image" Target="../media/image2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8.xml"/><Relationship Id="rId3"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9.xml"/><Relationship Id="rId3" Type="http://schemas.openxmlformats.org/officeDocument/2006/relationships/image" Target="../media/image2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1.xml"/><Relationship Id="rId3" Type="http://schemas.openxmlformats.org/officeDocument/2006/relationships/image" Target="../media/image1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2.xml"/><Relationship Id="rId3" Type="http://schemas.openxmlformats.org/officeDocument/2006/relationships/image" Target="../media/image1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3.xml"/><Relationship Id="rId3" Type="http://schemas.openxmlformats.org/officeDocument/2006/relationships/image" Target="../media/image1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4.xml"/><Relationship Id="rId3" Type="http://schemas.openxmlformats.org/officeDocument/2006/relationships/image" Target="../media/image1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5.xml"/><Relationship Id="rId3" Type="http://schemas.openxmlformats.org/officeDocument/2006/relationships/hyperlink" Target="https://doi.org/10.1038/s41522-017-0040-3"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41"/>
          <p:cNvSpPr txBox="1"/>
          <p:nvPr>
            <p:ph type="ctrTitle"/>
          </p:nvPr>
        </p:nvSpPr>
        <p:spPr>
          <a:xfrm>
            <a:off x="713250" y="2349525"/>
            <a:ext cx="7717500" cy="2369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0" lang="en" sz="3400"/>
              <a:t>Independent Re-analysis of the MAL2 Malaysian Cohort</a:t>
            </a:r>
            <a:endParaRPr b="0" sz="3400"/>
          </a:p>
        </p:txBody>
      </p:sp>
      <p:sp>
        <p:nvSpPr>
          <p:cNvPr id="312" name="Google Shape;312;p41"/>
          <p:cNvSpPr txBox="1"/>
          <p:nvPr>
            <p:ph type="ctrTitle"/>
          </p:nvPr>
        </p:nvSpPr>
        <p:spPr>
          <a:xfrm>
            <a:off x="713250" y="3772850"/>
            <a:ext cx="7717500" cy="1662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500"/>
              <a:t>Ezra Seckin</a:t>
            </a:r>
            <a:endParaRPr sz="1500"/>
          </a:p>
          <a:p>
            <a:pPr indent="0" lvl="0" marL="0" rtl="0" algn="ctr">
              <a:spcBef>
                <a:spcPts val="0"/>
              </a:spcBef>
              <a:spcAft>
                <a:spcPts val="0"/>
              </a:spcAft>
              <a:buNone/>
            </a:pPr>
            <a:r>
              <a:rPr lang="en" sz="1500"/>
              <a:t>BIOMI 4300</a:t>
            </a:r>
            <a:endParaRPr sz="1500"/>
          </a:p>
        </p:txBody>
      </p:sp>
      <p:sp>
        <p:nvSpPr>
          <p:cNvPr id="313" name="Google Shape;313;p41"/>
          <p:cNvSpPr txBox="1"/>
          <p:nvPr/>
        </p:nvSpPr>
        <p:spPr>
          <a:xfrm>
            <a:off x="211650" y="916900"/>
            <a:ext cx="8720700" cy="1877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5500">
                <a:solidFill>
                  <a:schemeClr val="dk1"/>
                </a:solidFill>
                <a:latin typeface="Raleway"/>
                <a:ea typeface="Raleway"/>
                <a:cs typeface="Raleway"/>
                <a:sym typeface="Raleway"/>
              </a:rPr>
              <a:t>Testing a Global CRC Microbial Consortium: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2"/>
          <p:cNvSpPr txBox="1"/>
          <p:nvPr>
            <p:ph type="ctrTitle"/>
          </p:nvPr>
        </p:nvSpPr>
        <p:spPr>
          <a:xfrm>
            <a:off x="973325" y="2160725"/>
            <a:ext cx="7717500" cy="1662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6500"/>
              <a:t>01</a:t>
            </a:r>
            <a:endParaRPr sz="6500"/>
          </a:p>
          <a:p>
            <a:pPr indent="0" lvl="0" marL="0" rtl="0" algn="l">
              <a:spcBef>
                <a:spcPts val="0"/>
              </a:spcBef>
              <a:spcAft>
                <a:spcPts val="0"/>
              </a:spcAft>
              <a:buNone/>
            </a:pPr>
            <a:r>
              <a:rPr lang="en"/>
              <a:t>Introduction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43"/>
          <p:cNvSpPr txBox="1"/>
          <p:nvPr>
            <p:ph type="title"/>
          </p:nvPr>
        </p:nvSpPr>
        <p:spPr>
          <a:xfrm>
            <a:off x="720000" y="175450"/>
            <a:ext cx="7704000" cy="1543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"CRC Is the 3rd Most Common Cancer Globally, Yet Non-Genetic Risk Factors Remain Poorly Characterized"</a:t>
            </a:r>
            <a:endParaRPr/>
          </a:p>
        </p:txBody>
      </p:sp>
      <p:sp>
        <p:nvSpPr>
          <p:cNvPr id="324" name="Google Shape;324;p43"/>
          <p:cNvSpPr txBox="1"/>
          <p:nvPr>
            <p:ph idx="1" type="body"/>
          </p:nvPr>
        </p:nvSpPr>
        <p:spPr>
          <a:xfrm>
            <a:off x="626950" y="1826775"/>
            <a:ext cx="4497300" cy="2587800"/>
          </a:xfrm>
          <a:prstGeom prst="rect">
            <a:avLst/>
          </a:prstGeom>
        </p:spPr>
        <p:txBody>
          <a:bodyPr anchorCtr="0" anchor="t" bIns="91425" lIns="91425" spcFirstLastPara="1" rIns="91425" wrap="square" tIns="91425">
            <a:noAutofit/>
          </a:bodyPr>
          <a:lstStyle/>
          <a:p>
            <a:pPr indent="-336550" lvl="0" marL="457200" rtl="0" algn="l">
              <a:lnSpc>
                <a:spcPct val="100000"/>
              </a:lnSpc>
              <a:spcBef>
                <a:spcPts val="0"/>
              </a:spcBef>
              <a:spcAft>
                <a:spcPts val="0"/>
              </a:spcAft>
              <a:buSzPts val="1700"/>
              <a:buChar char="-"/>
            </a:pPr>
            <a:r>
              <a:rPr lang="en" sz="1700"/>
              <a:t>~1.93 million new CRC cases globally in 2022; 9.6% of all cancers; 2nd leading cause of cancer death</a:t>
            </a:r>
            <a:endParaRPr sz="1700"/>
          </a:p>
          <a:p>
            <a:pPr indent="-336550" lvl="0" marL="457200" rtl="0" algn="l">
              <a:lnSpc>
                <a:spcPct val="100000"/>
              </a:lnSpc>
              <a:spcBef>
                <a:spcPts val="1000"/>
              </a:spcBef>
              <a:spcAft>
                <a:spcPts val="0"/>
              </a:spcAft>
              <a:buSzPts val="1700"/>
              <a:buChar char="-"/>
            </a:pPr>
            <a:r>
              <a:rPr lang="en" sz="1700"/>
              <a:t>Only ~5–10% of CRC is attributable to hereditary syndromes (APC mutations → Familial Adenomatous Polyposis; Lynch syndrome → MLH1/MSH2)</a:t>
            </a:r>
            <a:endParaRPr sz="1700"/>
          </a:p>
          <a:p>
            <a:pPr indent="-336550" lvl="0" marL="457200" rtl="0" algn="l">
              <a:lnSpc>
                <a:spcPct val="100000"/>
              </a:lnSpc>
              <a:spcBef>
                <a:spcPts val="1000"/>
              </a:spcBef>
              <a:spcAft>
                <a:spcPts val="1000"/>
              </a:spcAft>
              <a:buSzPts val="1700"/>
              <a:buChar char="-"/>
            </a:pPr>
            <a:r>
              <a:rPr lang="en" sz="1700"/>
              <a:t>The remaining ~90% of sporadic cases implicate environmental/microbial drivers, including the </a:t>
            </a:r>
            <a:r>
              <a:rPr b="1" lang="en" sz="1700"/>
              <a:t>gut microbiome </a:t>
            </a:r>
            <a:r>
              <a:rPr lang="en" sz="1700"/>
              <a:t>as a potential contributing factor</a:t>
            </a:r>
            <a:endParaRPr sz="1700"/>
          </a:p>
        </p:txBody>
      </p:sp>
      <p:pic>
        <p:nvPicPr>
          <p:cNvPr id="325" name="Google Shape;325;p43"/>
          <p:cNvPicPr preferRelativeResize="0"/>
          <p:nvPr/>
        </p:nvPicPr>
        <p:blipFill>
          <a:blip r:embed="rId3">
            <a:alphaModFix/>
          </a:blip>
          <a:stretch>
            <a:fillRect/>
          </a:stretch>
        </p:blipFill>
        <p:spPr>
          <a:xfrm>
            <a:off x="5921825" y="1826775"/>
            <a:ext cx="2392249" cy="2866801"/>
          </a:xfrm>
          <a:prstGeom prst="rect">
            <a:avLst/>
          </a:prstGeom>
          <a:noFill/>
          <a:ln>
            <a:noFill/>
          </a:ln>
        </p:spPr>
      </p:pic>
      <p:sp>
        <p:nvSpPr>
          <p:cNvPr id="326" name="Google Shape;326;p43"/>
          <p:cNvSpPr txBox="1"/>
          <p:nvPr/>
        </p:nvSpPr>
        <p:spPr>
          <a:xfrm>
            <a:off x="5921825" y="4866600"/>
            <a:ext cx="30000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600"/>
              <a:t>https://static.igem.wiki/teams/5758/description/colorectal-cancer.webp</a:t>
            </a:r>
            <a:endParaRPr sz="6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44"/>
          <p:cNvSpPr txBox="1"/>
          <p:nvPr>
            <p:ph type="title"/>
          </p:nvPr>
        </p:nvSpPr>
        <p:spPr>
          <a:xfrm>
            <a:off x="720000" y="294075"/>
            <a:ext cx="7704000" cy="1198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300"/>
              <a:t>"Multiple Studies Confirm That CRC Tissue Is Consistently Enriched for Oral Pathogens and Depleted of Protective Commensals"</a:t>
            </a:r>
            <a:endParaRPr sz="2300"/>
          </a:p>
        </p:txBody>
      </p:sp>
      <p:sp>
        <p:nvSpPr>
          <p:cNvPr id="332" name="Google Shape;332;p44"/>
          <p:cNvSpPr txBox="1"/>
          <p:nvPr>
            <p:ph idx="1" type="body"/>
          </p:nvPr>
        </p:nvSpPr>
        <p:spPr>
          <a:xfrm>
            <a:off x="337675" y="1492275"/>
            <a:ext cx="4937400" cy="365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300"/>
              <a:t>Over a dozen studies using stool and tumor tissue sequencing have associated CRC with microbial dysbiosis in taxonomic composition and/or mucosal structural organization</a:t>
            </a:r>
            <a:endParaRPr sz="1300"/>
          </a:p>
          <a:p>
            <a:pPr indent="0" lvl="0" marL="0" rtl="0" algn="l">
              <a:spcBef>
                <a:spcPts val="0"/>
              </a:spcBef>
              <a:spcAft>
                <a:spcPts val="0"/>
              </a:spcAft>
              <a:buNone/>
            </a:pPr>
            <a:r>
              <a:t/>
            </a:r>
            <a:endParaRPr sz="1300"/>
          </a:p>
          <a:p>
            <a:pPr indent="0" lvl="0" marL="0" rtl="0" algn="l">
              <a:spcBef>
                <a:spcPts val="0"/>
              </a:spcBef>
              <a:spcAft>
                <a:spcPts val="0"/>
              </a:spcAft>
              <a:buNone/>
            </a:pPr>
            <a:r>
              <a:rPr b="1" lang="en" sz="1300"/>
              <a:t>Consistently enriched in CRC tissue:</a:t>
            </a:r>
            <a:endParaRPr b="1" sz="1300"/>
          </a:p>
          <a:p>
            <a:pPr indent="-311150" lvl="0" marL="457200" rtl="0" algn="l">
              <a:spcBef>
                <a:spcPts val="0"/>
              </a:spcBef>
              <a:spcAft>
                <a:spcPts val="0"/>
              </a:spcAft>
              <a:buSzPts val="1300"/>
              <a:buChar char="-"/>
            </a:pPr>
            <a:r>
              <a:rPr lang="en" sz="1300"/>
              <a:t>Fusobacterium nucleatum (oral pathogen; promotes tumorigenesis via FadA/Fap2 adhesins)</a:t>
            </a:r>
            <a:endParaRPr sz="1300"/>
          </a:p>
          <a:p>
            <a:pPr indent="-311150" lvl="0" marL="457200" rtl="0" algn="l">
              <a:spcBef>
                <a:spcPts val="0"/>
              </a:spcBef>
              <a:spcAft>
                <a:spcPts val="0"/>
              </a:spcAft>
              <a:buSzPts val="1300"/>
              <a:buChar char="-"/>
            </a:pPr>
            <a:r>
              <a:rPr lang="en" sz="1300"/>
              <a:t>Bacteroides fragilis (ETBF strain) (encodes the BFT metalloprotease toxin)</a:t>
            </a:r>
            <a:endParaRPr sz="1300"/>
          </a:p>
          <a:p>
            <a:pPr indent="-311150" lvl="0" marL="457200" rtl="0" algn="l">
              <a:spcBef>
                <a:spcPts val="0"/>
              </a:spcBef>
              <a:spcAft>
                <a:spcPts val="0"/>
              </a:spcAft>
              <a:buSzPts val="1300"/>
              <a:buChar char="-"/>
            </a:pPr>
            <a:r>
              <a:rPr lang="en" sz="1300"/>
              <a:t>Parvimonas micra, Peptostreptococcus stomatis, Gemella morbillorum (oral anaerobes)</a:t>
            </a:r>
            <a:endParaRPr sz="1300"/>
          </a:p>
          <a:p>
            <a:pPr indent="0" lvl="0" marL="0" rtl="0" algn="l">
              <a:spcBef>
                <a:spcPts val="0"/>
              </a:spcBef>
              <a:spcAft>
                <a:spcPts val="0"/>
              </a:spcAft>
              <a:buNone/>
            </a:pPr>
            <a:r>
              <a:rPr b="1" lang="en" sz="1300"/>
              <a:t>Consistently depleted in CRC tissue:</a:t>
            </a:r>
            <a:endParaRPr b="1" sz="1300"/>
          </a:p>
          <a:p>
            <a:pPr indent="-311150" lvl="0" marL="457200" rtl="0" algn="l">
              <a:spcBef>
                <a:spcPts val="0"/>
              </a:spcBef>
              <a:spcAft>
                <a:spcPts val="0"/>
              </a:spcAft>
              <a:buSzPts val="1300"/>
              <a:buChar char="-"/>
            </a:pPr>
            <a:r>
              <a:rPr lang="en" sz="1300"/>
              <a:t>Faecalibacterium prausnitzii (anti-inflammatory butyrate producer)</a:t>
            </a:r>
            <a:endParaRPr sz="1300"/>
          </a:p>
          <a:p>
            <a:pPr indent="-311150" lvl="0" marL="457200" rtl="0" algn="l">
              <a:spcBef>
                <a:spcPts val="0"/>
              </a:spcBef>
              <a:spcAft>
                <a:spcPts val="0"/>
              </a:spcAft>
              <a:buSzPts val="1300"/>
              <a:buChar char="-"/>
            </a:pPr>
            <a:r>
              <a:rPr lang="en" sz="1300"/>
              <a:t>Bacteroides vulgatus, B. dorei, B. stercoris (protective commensals)</a:t>
            </a:r>
            <a:endParaRPr sz="1300"/>
          </a:p>
          <a:p>
            <a:pPr indent="0" lvl="0" marL="0" rtl="0" algn="l">
              <a:spcBef>
                <a:spcPts val="0"/>
              </a:spcBef>
              <a:spcAft>
                <a:spcPts val="0"/>
              </a:spcAft>
              <a:buNone/>
            </a:pPr>
            <a:r>
              <a:t/>
            </a:r>
            <a:endParaRPr sz="1300"/>
          </a:p>
          <a:p>
            <a:pPr indent="0" lvl="0" marL="0" rtl="0" algn="l">
              <a:spcBef>
                <a:spcPts val="0"/>
              </a:spcBef>
              <a:spcAft>
                <a:spcPts val="0"/>
              </a:spcAft>
              <a:buNone/>
            </a:pPr>
            <a:r>
              <a:t/>
            </a:r>
            <a:endParaRPr sz="1300"/>
          </a:p>
        </p:txBody>
      </p:sp>
      <p:pic>
        <p:nvPicPr>
          <p:cNvPr id="333" name="Google Shape;333;p44"/>
          <p:cNvPicPr preferRelativeResize="0"/>
          <p:nvPr/>
        </p:nvPicPr>
        <p:blipFill>
          <a:blip r:embed="rId3">
            <a:alphaModFix/>
          </a:blip>
          <a:stretch>
            <a:fillRect/>
          </a:stretch>
        </p:blipFill>
        <p:spPr>
          <a:xfrm>
            <a:off x="5275075" y="2320750"/>
            <a:ext cx="3710075" cy="1342375"/>
          </a:xfrm>
          <a:prstGeom prst="rect">
            <a:avLst/>
          </a:prstGeom>
          <a:noFill/>
          <a:ln>
            <a:noFill/>
          </a:ln>
        </p:spPr>
      </p:pic>
      <p:sp>
        <p:nvSpPr>
          <p:cNvPr id="334" name="Google Shape;334;p44"/>
          <p:cNvSpPr txBox="1"/>
          <p:nvPr/>
        </p:nvSpPr>
        <p:spPr>
          <a:xfrm>
            <a:off x="5985150" y="3663125"/>
            <a:ext cx="30000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600"/>
              <a:t>https://www.pnas.org/doi/10.1073/pnas.2316579120</a:t>
            </a:r>
            <a:endParaRPr sz="600"/>
          </a:p>
        </p:txBody>
      </p:sp>
      <p:sp>
        <p:nvSpPr>
          <p:cNvPr id="335" name="Google Shape;335;p44"/>
          <p:cNvSpPr/>
          <p:nvPr/>
        </p:nvSpPr>
        <p:spPr>
          <a:xfrm>
            <a:off x="175925" y="2387350"/>
            <a:ext cx="204900" cy="183300"/>
          </a:xfrm>
          <a:prstGeom prst="upArrow">
            <a:avLst>
              <a:gd fmla="val 50000" name="adj1"/>
              <a:gd fmla="val 50000" name="adj2"/>
            </a:avLst>
          </a:prstGeom>
          <a:solidFill>
            <a:srgbClr val="B6D7A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Nunito"/>
              <a:ea typeface="Nunito"/>
              <a:cs typeface="Nunito"/>
              <a:sym typeface="Nunito"/>
            </a:endParaRPr>
          </a:p>
        </p:txBody>
      </p:sp>
      <p:sp>
        <p:nvSpPr>
          <p:cNvPr id="336" name="Google Shape;336;p44"/>
          <p:cNvSpPr/>
          <p:nvPr/>
        </p:nvSpPr>
        <p:spPr>
          <a:xfrm rot="10800000">
            <a:off x="175925" y="3810625"/>
            <a:ext cx="204900" cy="183300"/>
          </a:xfrm>
          <a:prstGeom prst="upArrow">
            <a:avLst>
              <a:gd fmla="val 50000" name="adj1"/>
              <a:gd fmla="val 50000" name="adj2"/>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Nunito"/>
              <a:ea typeface="Nunito"/>
              <a:cs typeface="Nunito"/>
              <a:sym typeface="Nuni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pic>
        <p:nvPicPr>
          <p:cNvPr id="341" name="Google Shape;341;p45"/>
          <p:cNvPicPr preferRelativeResize="0"/>
          <p:nvPr/>
        </p:nvPicPr>
        <p:blipFill>
          <a:blip r:embed="rId3">
            <a:alphaModFix/>
          </a:blip>
          <a:stretch>
            <a:fillRect/>
          </a:stretch>
        </p:blipFill>
        <p:spPr>
          <a:xfrm>
            <a:off x="152400" y="787100"/>
            <a:ext cx="8839202" cy="285764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46"/>
          <p:cNvSpPr txBox="1"/>
          <p:nvPr>
            <p:ph type="title"/>
          </p:nvPr>
        </p:nvSpPr>
        <p:spPr>
          <a:xfrm>
            <a:off x="720000" y="294075"/>
            <a:ext cx="7704000" cy="1198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300"/>
              <a:t>"Polymicrobial Biofilms Cover ~100% of Right-Sided CRC Tumors and Their Paired Normal Tissue Suggesting They Precede Tumorigenesis"</a:t>
            </a:r>
            <a:endParaRPr sz="2300"/>
          </a:p>
        </p:txBody>
      </p:sp>
      <p:sp>
        <p:nvSpPr>
          <p:cNvPr id="347" name="Google Shape;347;p46"/>
          <p:cNvSpPr txBox="1"/>
          <p:nvPr>
            <p:ph idx="1" type="body"/>
          </p:nvPr>
        </p:nvSpPr>
        <p:spPr>
          <a:xfrm>
            <a:off x="337675" y="1600200"/>
            <a:ext cx="4937400" cy="3543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300"/>
              <a:t>Biofilms = </a:t>
            </a:r>
            <a:r>
              <a:rPr lang="en" sz="1300"/>
              <a:t>dense polymicrobial aggregates invading the inner mucus layer; visualized by FISH (Eub338 probe)</a:t>
            </a:r>
            <a:endParaRPr sz="1300"/>
          </a:p>
          <a:p>
            <a:pPr indent="0" lvl="0" marL="0" rtl="0" algn="l">
              <a:spcBef>
                <a:spcPts val="0"/>
              </a:spcBef>
              <a:spcAft>
                <a:spcPts val="0"/>
              </a:spcAft>
              <a:buNone/>
            </a:pPr>
            <a:r>
              <a:t/>
            </a:r>
            <a:endParaRPr sz="1300"/>
          </a:p>
          <a:p>
            <a:pPr indent="0" lvl="0" marL="0" rtl="0" algn="l">
              <a:spcBef>
                <a:spcPts val="0"/>
              </a:spcBef>
              <a:spcAft>
                <a:spcPts val="0"/>
              </a:spcAft>
              <a:buNone/>
            </a:pPr>
            <a:r>
              <a:rPr b="1" lang="en" sz="1300"/>
              <a:t>Right-sided tumors:</a:t>
            </a:r>
            <a:r>
              <a:rPr lang="en" sz="1300"/>
              <a:t> 100% biofilm-positive across all three cohorts (USA, MAL1, MAL2)</a:t>
            </a:r>
            <a:endParaRPr sz="1300"/>
          </a:p>
          <a:p>
            <a:pPr indent="0" lvl="0" marL="0" rtl="0" algn="l">
              <a:spcBef>
                <a:spcPts val="0"/>
              </a:spcBef>
              <a:spcAft>
                <a:spcPts val="0"/>
              </a:spcAft>
              <a:buNone/>
            </a:pPr>
            <a:r>
              <a:t/>
            </a:r>
            <a:endParaRPr b="1" sz="1300"/>
          </a:p>
          <a:p>
            <a:pPr indent="0" lvl="0" marL="0" rtl="0" algn="l">
              <a:spcBef>
                <a:spcPts val="0"/>
              </a:spcBef>
              <a:spcAft>
                <a:spcPts val="0"/>
              </a:spcAft>
              <a:buNone/>
            </a:pPr>
            <a:r>
              <a:rPr b="1" lang="en" sz="1300"/>
              <a:t>Left-sided tumors:</a:t>
            </a:r>
            <a:r>
              <a:rPr lang="en" sz="1300"/>
              <a:t> Only 37.5% biofilm-positive in MAL2 (Fisher's exact p = 0.008)</a:t>
            </a:r>
            <a:endParaRPr sz="1300"/>
          </a:p>
          <a:p>
            <a:pPr indent="0" lvl="0" marL="0" rtl="0" algn="l">
              <a:spcBef>
                <a:spcPts val="0"/>
              </a:spcBef>
              <a:spcAft>
                <a:spcPts val="0"/>
              </a:spcAft>
              <a:buNone/>
            </a:pPr>
            <a:r>
              <a:t/>
            </a:r>
            <a:endParaRPr b="1" sz="1300"/>
          </a:p>
          <a:p>
            <a:pPr indent="0" lvl="0" marL="0" rtl="0" algn="l">
              <a:spcBef>
                <a:spcPts val="0"/>
              </a:spcBef>
              <a:spcAft>
                <a:spcPts val="0"/>
              </a:spcAft>
              <a:buNone/>
            </a:pPr>
            <a:r>
              <a:rPr lang="en" sz="1300"/>
              <a:t>Biofilm status of paired normal tissue matches the tumor in 20/23 MAL2 patients → </a:t>
            </a:r>
            <a:r>
              <a:rPr b="1" lang="en" sz="1300"/>
              <a:t>biofilm precedes cancer</a:t>
            </a:r>
            <a:endParaRPr b="1" sz="1300"/>
          </a:p>
        </p:txBody>
      </p:sp>
      <p:pic>
        <p:nvPicPr>
          <p:cNvPr id="348" name="Google Shape;348;p46"/>
          <p:cNvPicPr preferRelativeResize="0"/>
          <p:nvPr/>
        </p:nvPicPr>
        <p:blipFill>
          <a:blip r:embed="rId3">
            <a:alphaModFix/>
          </a:blip>
          <a:stretch>
            <a:fillRect/>
          </a:stretch>
        </p:blipFill>
        <p:spPr>
          <a:xfrm>
            <a:off x="5395125" y="1632788"/>
            <a:ext cx="3564126" cy="1877915"/>
          </a:xfrm>
          <a:prstGeom prst="rect">
            <a:avLst/>
          </a:prstGeom>
          <a:noFill/>
          <a:ln>
            <a:noFill/>
          </a:ln>
        </p:spPr>
      </p:pic>
      <p:sp>
        <p:nvSpPr>
          <p:cNvPr id="349" name="Google Shape;349;p46"/>
          <p:cNvSpPr txBox="1"/>
          <p:nvPr/>
        </p:nvSpPr>
        <p:spPr>
          <a:xfrm>
            <a:off x="5677188" y="3456800"/>
            <a:ext cx="30000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solidFill>
                  <a:srgbClr val="222222"/>
                </a:solidFill>
                <a:highlight>
                  <a:srgbClr val="FFFFFF"/>
                </a:highlight>
                <a:latin typeface="Roboto"/>
                <a:ea typeface="Roboto"/>
                <a:cs typeface="Roboto"/>
                <a:sym typeface="Roboto"/>
              </a:rPr>
              <a:t>a Microbial biofilms in Carnoy’s-fixed tissue were detected by FISH with the universal 16S rRNA gene probe Eub338 (stained in red) and the nucleic acid stain DAPI (blue).</a:t>
            </a:r>
            <a:endParaRPr sz="8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47"/>
          <p:cNvSpPr txBox="1"/>
          <p:nvPr>
            <p:ph type="title"/>
          </p:nvPr>
        </p:nvSpPr>
        <p:spPr>
          <a:xfrm>
            <a:off x="720000" y="175475"/>
            <a:ext cx="7704000" cy="1198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300"/>
              <a:t>"Genus-Level Resolution and Cross-Lab Heterogeneity Masked Species-Specific CRC Signals Across 11+ Prior Datasets"</a:t>
            </a:r>
            <a:endParaRPr sz="2300"/>
          </a:p>
        </p:txBody>
      </p:sp>
      <p:sp>
        <p:nvSpPr>
          <p:cNvPr id="355" name="Google Shape;355;p47"/>
          <p:cNvSpPr txBox="1"/>
          <p:nvPr>
            <p:ph idx="1" type="body"/>
          </p:nvPr>
        </p:nvSpPr>
        <p:spPr>
          <a:xfrm>
            <a:off x="337675" y="1492275"/>
            <a:ext cx="4937400" cy="365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300"/>
              <a:t>Different primers (V1-V2, V3-V4, V3-V5), platforms (454, MiSeq), and extraction methods → contradictory findings</a:t>
            </a:r>
            <a:endParaRPr sz="1300"/>
          </a:p>
          <a:p>
            <a:pPr indent="0" lvl="0" marL="0" rtl="0" algn="l">
              <a:spcBef>
                <a:spcPts val="0"/>
              </a:spcBef>
              <a:spcAft>
                <a:spcPts val="0"/>
              </a:spcAft>
              <a:buNone/>
            </a:pPr>
            <a:r>
              <a:t/>
            </a:r>
            <a:endParaRPr sz="1300"/>
          </a:p>
          <a:p>
            <a:pPr indent="0" lvl="0" marL="0" rtl="0" algn="l">
              <a:spcBef>
                <a:spcPts val="0"/>
              </a:spcBef>
              <a:spcAft>
                <a:spcPts val="0"/>
              </a:spcAft>
              <a:buNone/>
            </a:pPr>
            <a:r>
              <a:rPr lang="en" sz="1300"/>
              <a:t>OTU-level clustering conflates pathogenic and commensal species within the same genus</a:t>
            </a:r>
            <a:endParaRPr sz="1300"/>
          </a:p>
          <a:p>
            <a:pPr indent="0" lvl="0" marL="0" rtl="0" algn="l">
              <a:spcBef>
                <a:spcPts val="0"/>
              </a:spcBef>
              <a:spcAft>
                <a:spcPts val="0"/>
              </a:spcAft>
              <a:buNone/>
            </a:pPr>
            <a:r>
              <a:t/>
            </a:r>
            <a:endParaRPr sz="1300"/>
          </a:p>
          <a:p>
            <a:pPr indent="0" lvl="0" marL="0" rtl="0" algn="l">
              <a:spcBef>
                <a:spcPts val="0"/>
              </a:spcBef>
              <a:spcAft>
                <a:spcPts val="0"/>
              </a:spcAft>
              <a:buNone/>
            </a:pPr>
            <a:r>
              <a:rPr lang="en" sz="1300"/>
              <a:t>Canonical example: F. nucleatum (CRC-enriched) vs. F. mortiferum/varium (not enriched) are invisible at genus level — their signals cancel</a:t>
            </a:r>
            <a:endParaRPr sz="1300"/>
          </a:p>
          <a:p>
            <a:pPr indent="0" lvl="0" marL="0" rtl="0" algn="l">
              <a:spcBef>
                <a:spcPts val="0"/>
              </a:spcBef>
              <a:spcAft>
                <a:spcPts val="0"/>
              </a:spcAft>
              <a:buNone/>
            </a:pPr>
            <a:r>
              <a:t/>
            </a:r>
            <a:endParaRPr sz="1300"/>
          </a:p>
          <a:p>
            <a:pPr indent="0" lvl="0" marL="0" rtl="0" algn="l">
              <a:spcBef>
                <a:spcPts val="0"/>
              </a:spcBef>
              <a:spcAft>
                <a:spcPts val="0"/>
              </a:spcAft>
              <a:buNone/>
            </a:pPr>
            <a:r>
              <a:rPr lang="en" sz="1300"/>
              <a:t>F. prausnitzii* (commensal, CRC-depleted) was historically misclassified as Fusobacterium — reversing the signal entirely</a:t>
            </a:r>
            <a:endParaRPr sz="1300"/>
          </a:p>
          <a:p>
            <a:pPr indent="0" lvl="0" marL="0" rtl="0" algn="l">
              <a:spcBef>
                <a:spcPts val="0"/>
              </a:spcBef>
              <a:spcAft>
                <a:spcPts val="0"/>
              </a:spcAft>
              <a:buNone/>
            </a:pPr>
            <a:r>
              <a:t/>
            </a:r>
            <a:endParaRPr sz="1300"/>
          </a:p>
          <a:p>
            <a:pPr indent="0" lvl="0" marL="0" rtl="0" algn="l">
              <a:spcBef>
                <a:spcPts val="0"/>
              </a:spcBef>
              <a:spcAft>
                <a:spcPts val="0"/>
              </a:spcAft>
              <a:buNone/>
            </a:pPr>
            <a:r>
              <a:rPr b="1" lang="en" sz="1300">
                <a:solidFill>
                  <a:srgbClr val="FF0000"/>
                </a:solidFill>
              </a:rPr>
              <a:t>Solution</a:t>
            </a:r>
            <a:r>
              <a:rPr lang="en" sz="1300">
                <a:solidFill>
                  <a:srgbClr val="FF0000"/>
                </a:solidFill>
              </a:rPr>
              <a:t>: Drewes et al. applied </a:t>
            </a:r>
            <a:r>
              <a:rPr lang="en" sz="1300" u="sng">
                <a:solidFill>
                  <a:srgbClr val="FF0000"/>
                </a:solidFill>
              </a:rPr>
              <a:t>Resphera Insight</a:t>
            </a:r>
            <a:r>
              <a:rPr lang="en" sz="1300">
                <a:solidFill>
                  <a:srgbClr val="FF0000"/>
                </a:solidFill>
              </a:rPr>
              <a:t> (species-level 16S classifier) uniformly to all 12 datasets*</a:t>
            </a:r>
            <a:endParaRPr sz="1300">
              <a:solidFill>
                <a:srgbClr val="FF0000"/>
              </a:solidFill>
            </a:endParaRPr>
          </a:p>
          <a:p>
            <a:pPr indent="0" lvl="0" marL="0" rtl="0" algn="l">
              <a:spcBef>
                <a:spcPts val="0"/>
              </a:spcBef>
              <a:spcAft>
                <a:spcPts val="0"/>
              </a:spcAft>
              <a:buNone/>
            </a:pPr>
            <a:r>
              <a:t/>
            </a:r>
            <a:endParaRPr sz="1300"/>
          </a:p>
        </p:txBody>
      </p:sp>
      <p:pic>
        <p:nvPicPr>
          <p:cNvPr id="356" name="Google Shape;356;p47"/>
          <p:cNvPicPr preferRelativeResize="0"/>
          <p:nvPr/>
        </p:nvPicPr>
        <p:blipFill>
          <a:blip r:embed="rId3">
            <a:alphaModFix/>
          </a:blip>
          <a:stretch>
            <a:fillRect/>
          </a:stretch>
        </p:blipFill>
        <p:spPr>
          <a:xfrm>
            <a:off x="5341225" y="1951225"/>
            <a:ext cx="3564124" cy="1866460"/>
          </a:xfrm>
          <a:prstGeom prst="rect">
            <a:avLst/>
          </a:prstGeom>
          <a:noFill/>
          <a:ln>
            <a:noFill/>
          </a:ln>
        </p:spPr>
      </p:pic>
      <p:sp>
        <p:nvSpPr>
          <p:cNvPr id="357" name="Google Shape;357;p47"/>
          <p:cNvSpPr txBox="1"/>
          <p:nvPr/>
        </p:nvSpPr>
        <p:spPr>
          <a:xfrm>
            <a:off x="5623288" y="4022075"/>
            <a:ext cx="30000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600"/>
              <a:t>https://help.ezbiocloud.net/wp-content/uploads/2019/02/iseq-100-V4-region.png</a:t>
            </a:r>
            <a:endParaRPr sz="6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pic>
        <p:nvPicPr>
          <p:cNvPr id="362" name="Google Shape;362;p48"/>
          <p:cNvPicPr preferRelativeResize="0"/>
          <p:nvPr/>
        </p:nvPicPr>
        <p:blipFill>
          <a:blip r:embed="rId3">
            <a:alphaModFix/>
          </a:blip>
          <a:stretch>
            <a:fillRect/>
          </a:stretch>
        </p:blipFill>
        <p:spPr>
          <a:xfrm>
            <a:off x="-105675" y="368050"/>
            <a:ext cx="4658275" cy="1253300"/>
          </a:xfrm>
          <a:prstGeom prst="rect">
            <a:avLst/>
          </a:prstGeom>
          <a:noFill/>
          <a:ln>
            <a:noFill/>
          </a:ln>
        </p:spPr>
      </p:pic>
      <p:pic>
        <p:nvPicPr>
          <p:cNvPr id="363" name="Google Shape;363;p48"/>
          <p:cNvPicPr preferRelativeResize="0"/>
          <p:nvPr/>
        </p:nvPicPr>
        <p:blipFill>
          <a:blip r:embed="rId4">
            <a:alphaModFix/>
          </a:blip>
          <a:stretch>
            <a:fillRect/>
          </a:stretch>
        </p:blipFill>
        <p:spPr>
          <a:xfrm>
            <a:off x="4091425" y="539500"/>
            <a:ext cx="961161" cy="1414024"/>
          </a:xfrm>
          <a:prstGeom prst="rect">
            <a:avLst/>
          </a:prstGeom>
          <a:noFill/>
          <a:ln>
            <a:noFill/>
          </a:ln>
        </p:spPr>
      </p:pic>
      <p:pic>
        <p:nvPicPr>
          <p:cNvPr id="364" name="Google Shape;364;p48"/>
          <p:cNvPicPr preferRelativeResize="0"/>
          <p:nvPr/>
        </p:nvPicPr>
        <p:blipFill>
          <a:blip r:embed="rId5">
            <a:alphaModFix/>
          </a:blip>
          <a:stretch>
            <a:fillRect/>
          </a:stretch>
        </p:blipFill>
        <p:spPr>
          <a:xfrm>
            <a:off x="152400" y="2105925"/>
            <a:ext cx="4900177" cy="2079326"/>
          </a:xfrm>
          <a:prstGeom prst="rect">
            <a:avLst/>
          </a:prstGeom>
          <a:noFill/>
          <a:ln>
            <a:noFill/>
          </a:ln>
        </p:spPr>
      </p:pic>
      <p:sp>
        <p:nvSpPr>
          <p:cNvPr id="365" name="Google Shape;365;p48"/>
          <p:cNvSpPr txBox="1"/>
          <p:nvPr/>
        </p:nvSpPr>
        <p:spPr>
          <a:xfrm>
            <a:off x="152400" y="4265450"/>
            <a:ext cx="47250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rgbClr val="222222"/>
                </a:solidFill>
                <a:highlight>
                  <a:srgbClr val="FFFFFF"/>
                </a:highlight>
                <a:latin typeface="Nunito"/>
                <a:ea typeface="Nunito"/>
                <a:cs typeface="Nunito"/>
                <a:sym typeface="Nunito"/>
              </a:rPr>
              <a:t>Associations of </a:t>
            </a:r>
            <a:r>
              <a:rPr i="1" lang="en" sz="800">
                <a:solidFill>
                  <a:srgbClr val="222222"/>
                </a:solidFill>
                <a:highlight>
                  <a:srgbClr val="FFFFFF"/>
                </a:highlight>
                <a:latin typeface="Nunito"/>
                <a:ea typeface="Nunito"/>
                <a:cs typeface="Nunito"/>
                <a:sym typeface="Nunito"/>
              </a:rPr>
              <a:t>B. fragilis</a:t>
            </a:r>
            <a:r>
              <a:rPr lang="en" sz="800">
                <a:solidFill>
                  <a:srgbClr val="222222"/>
                </a:solidFill>
                <a:highlight>
                  <a:srgbClr val="FFFFFF"/>
                </a:highlight>
                <a:latin typeface="Nunito"/>
                <a:ea typeface="Nunito"/>
                <a:cs typeface="Nunito"/>
                <a:sym typeface="Nunito"/>
              </a:rPr>
              <a:t> and human oral microbiota with CRC status for USA, MAL1, and MAL2 cohorts. Microbiome profiling with 16S rRNA gene sequencing was applied to tumor (CRC) and paired normal tissues (Normal) from CRC patients for all three cohorts, as well as healthy biopsies (Healthy Bx) for USA and MAL1</a:t>
            </a:r>
            <a:r>
              <a:rPr lang="en" sz="800">
                <a:latin typeface="Nunito"/>
                <a:ea typeface="Nunito"/>
                <a:cs typeface="Nunito"/>
                <a:sym typeface="Nunito"/>
              </a:rPr>
              <a:t> </a:t>
            </a:r>
            <a:endParaRPr sz="800">
              <a:latin typeface="Nunito"/>
              <a:ea typeface="Nunito"/>
              <a:cs typeface="Nunito"/>
              <a:sym typeface="Nunito"/>
            </a:endParaRPr>
          </a:p>
        </p:txBody>
      </p:sp>
      <p:pic>
        <p:nvPicPr>
          <p:cNvPr id="366" name="Google Shape;366;p48"/>
          <p:cNvPicPr preferRelativeResize="0"/>
          <p:nvPr/>
        </p:nvPicPr>
        <p:blipFill>
          <a:blip r:embed="rId6">
            <a:alphaModFix/>
          </a:blip>
          <a:stretch>
            <a:fillRect/>
          </a:stretch>
        </p:blipFill>
        <p:spPr>
          <a:xfrm>
            <a:off x="5420651" y="217100"/>
            <a:ext cx="3412826" cy="2739000"/>
          </a:xfrm>
          <a:prstGeom prst="rect">
            <a:avLst/>
          </a:prstGeom>
          <a:noFill/>
          <a:ln>
            <a:noFill/>
          </a:ln>
        </p:spPr>
      </p:pic>
      <p:pic>
        <p:nvPicPr>
          <p:cNvPr id="367" name="Google Shape;367;p48"/>
          <p:cNvPicPr preferRelativeResize="0"/>
          <p:nvPr/>
        </p:nvPicPr>
        <p:blipFill rotWithShape="1">
          <a:blip r:embed="rId7">
            <a:alphaModFix/>
          </a:blip>
          <a:srcRect b="0" l="0" r="0" t="7390"/>
          <a:stretch/>
        </p:blipFill>
        <p:spPr>
          <a:xfrm>
            <a:off x="5695100" y="3109825"/>
            <a:ext cx="2863925" cy="192560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pic>
        <p:nvPicPr>
          <p:cNvPr id="372" name="Google Shape;372;p49"/>
          <p:cNvPicPr preferRelativeResize="0"/>
          <p:nvPr/>
        </p:nvPicPr>
        <p:blipFill>
          <a:blip r:embed="rId3">
            <a:alphaModFix amt="24000"/>
          </a:blip>
          <a:stretch>
            <a:fillRect/>
          </a:stretch>
        </p:blipFill>
        <p:spPr>
          <a:xfrm>
            <a:off x="-105675" y="368050"/>
            <a:ext cx="4658275" cy="1253300"/>
          </a:xfrm>
          <a:prstGeom prst="rect">
            <a:avLst/>
          </a:prstGeom>
          <a:noFill/>
          <a:ln>
            <a:noFill/>
          </a:ln>
        </p:spPr>
      </p:pic>
      <p:pic>
        <p:nvPicPr>
          <p:cNvPr id="373" name="Google Shape;373;p49"/>
          <p:cNvPicPr preferRelativeResize="0"/>
          <p:nvPr/>
        </p:nvPicPr>
        <p:blipFill>
          <a:blip r:embed="rId4">
            <a:alphaModFix amt="27000"/>
          </a:blip>
          <a:stretch>
            <a:fillRect/>
          </a:stretch>
        </p:blipFill>
        <p:spPr>
          <a:xfrm>
            <a:off x="4091425" y="539500"/>
            <a:ext cx="961161" cy="1414024"/>
          </a:xfrm>
          <a:prstGeom prst="rect">
            <a:avLst/>
          </a:prstGeom>
          <a:noFill/>
          <a:ln>
            <a:noFill/>
          </a:ln>
        </p:spPr>
      </p:pic>
      <p:pic>
        <p:nvPicPr>
          <p:cNvPr id="374" name="Google Shape;374;p49"/>
          <p:cNvPicPr preferRelativeResize="0"/>
          <p:nvPr/>
        </p:nvPicPr>
        <p:blipFill>
          <a:blip r:embed="rId5">
            <a:alphaModFix amt="26000"/>
          </a:blip>
          <a:stretch>
            <a:fillRect/>
          </a:stretch>
        </p:blipFill>
        <p:spPr>
          <a:xfrm>
            <a:off x="152400" y="2105925"/>
            <a:ext cx="4900177" cy="2079326"/>
          </a:xfrm>
          <a:prstGeom prst="rect">
            <a:avLst/>
          </a:prstGeom>
          <a:noFill/>
          <a:ln>
            <a:noFill/>
          </a:ln>
        </p:spPr>
      </p:pic>
      <p:sp>
        <p:nvSpPr>
          <p:cNvPr id="375" name="Google Shape;375;p49"/>
          <p:cNvSpPr txBox="1"/>
          <p:nvPr/>
        </p:nvSpPr>
        <p:spPr>
          <a:xfrm>
            <a:off x="152400" y="4265450"/>
            <a:ext cx="47250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latin typeface="Nunito"/>
              <a:ea typeface="Nunito"/>
              <a:cs typeface="Nunito"/>
              <a:sym typeface="Nunito"/>
            </a:endParaRPr>
          </a:p>
        </p:txBody>
      </p:sp>
      <p:pic>
        <p:nvPicPr>
          <p:cNvPr id="376" name="Google Shape;376;p49"/>
          <p:cNvPicPr preferRelativeResize="0"/>
          <p:nvPr/>
        </p:nvPicPr>
        <p:blipFill>
          <a:blip r:embed="rId6">
            <a:alphaModFix amt="25000"/>
          </a:blip>
          <a:stretch>
            <a:fillRect/>
          </a:stretch>
        </p:blipFill>
        <p:spPr>
          <a:xfrm>
            <a:off x="5420651" y="217100"/>
            <a:ext cx="3412826" cy="2739000"/>
          </a:xfrm>
          <a:prstGeom prst="rect">
            <a:avLst/>
          </a:prstGeom>
          <a:noFill/>
          <a:ln>
            <a:noFill/>
          </a:ln>
        </p:spPr>
      </p:pic>
      <p:pic>
        <p:nvPicPr>
          <p:cNvPr id="377" name="Google Shape;377;p49"/>
          <p:cNvPicPr preferRelativeResize="0"/>
          <p:nvPr/>
        </p:nvPicPr>
        <p:blipFill rotWithShape="1">
          <a:blip r:embed="rId7">
            <a:alphaModFix amt="25000"/>
          </a:blip>
          <a:srcRect b="0" l="0" r="0" t="7390"/>
          <a:stretch/>
        </p:blipFill>
        <p:spPr>
          <a:xfrm>
            <a:off x="5695100" y="3109825"/>
            <a:ext cx="2863925" cy="1925601"/>
          </a:xfrm>
          <a:prstGeom prst="rect">
            <a:avLst/>
          </a:prstGeom>
          <a:noFill/>
          <a:ln>
            <a:noFill/>
          </a:ln>
        </p:spPr>
      </p:pic>
      <p:sp>
        <p:nvSpPr>
          <p:cNvPr id="378" name="Google Shape;378;p49"/>
          <p:cNvSpPr txBox="1"/>
          <p:nvPr/>
        </p:nvSpPr>
        <p:spPr>
          <a:xfrm>
            <a:off x="706200" y="1143000"/>
            <a:ext cx="7731600" cy="2857500"/>
          </a:xfrm>
          <a:prstGeom prst="rect">
            <a:avLst/>
          </a:prstGeom>
          <a:solidFill>
            <a:schemeClr val="l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4500">
                <a:solidFill>
                  <a:schemeClr val="dk1"/>
                </a:solidFill>
                <a:latin typeface="Nunito"/>
                <a:ea typeface="Nunito"/>
                <a:cs typeface="Nunito"/>
                <a:sym typeface="Nunito"/>
              </a:rPr>
              <a:t>So…why do we care?</a:t>
            </a:r>
            <a:endParaRPr sz="4500">
              <a:solidFill>
                <a:schemeClr val="dk1"/>
              </a:solidFill>
              <a:latin typeface="Nunito"/>
              <a:ea typeface="Nunito"/>
              <a:cs typeface="Nunito"/>
              <a:sym typeface="Nunito"/>
            </a:endParaRPr>
          </a:p>
          <a:p>
            <a:pPr indent="0" lvl="0" marL="0" rtl="0" algn="l">
              <a:spcBef>
                <a:spcPts val="0"/>
              </a:spcBef>
              <a:spcAft>
                <a:spcPts val="0"/>
              </a:spcAft>
              <a:buNone/>
            </a:pPr>
            <a:r>
              <a:t/>
            </a:r>
            <a:endParaRPr sz="3000">
              <a:solidFill>
                <a:schemeClr val="dk1"/>
              </a:solidFill>
              <a:latin typeface="Nunito"/>
              <a:ea typeface="Nunito"/>
              <a:cs typeface="Nunito"/>
              <a:sym typeface="Nunito"/>
            </a:endParaRPr>
          </a:p>
          <a:p>
            <a:pPr indent="0" lvl="0" marL="0" rtl="0" algn="l">
              <a:spcBef>
                <a:spcPts val="0"/>
              </a:spcBef>
              <a:spcAft>
                <a:spcPts val="0"/>
              </a:spcAft>
              <a:buNone/>
            </a:pPr>
            <a:r>
              <a:t/>
            </a:r>
            <a:endParaRPr sz="3000">
              <a:solidFill>
                <a:schemeClr val="dk1"/>
              </a:solidFill>
              <a:latin typeface="Nunito"/>
              <a:ea typeface="Nunito"/>
              <a:cs typeface="Nunito"/>
              <a:sym typeface="Nunito"/>
            </a:endParaRPr>
          </a:p>
          <a:p>
            <a:pPr indent="0" lvl="0" marL="0" rtl="0" algn="l">
              <a:spcBef>
                <a:spcPts val="0"/>
              </a:spcBef>
              <a:spcAft>
                <a:spcPts val="0"/>
              </a:spcAft>
              <a:buNone/>
            </a:pPr>
            <a:r>
              <a:t/>
            </a:r>
            <a:endParaRPr sz="3000">
              <a:solidFill>
                <a:schemeClr val="dk1"/>
              </a:solidFill>
              <a:latin typeface="Nunito"/>
              <a:ea typeface="Nunito"/>
              <a:cs typeface="Nunito"/>
              <a:sym typeface="Nunito"/>
            </a:endParaRPr>
          </a:p>
          <a:p>
            <a:pPr indent="0" lvl="0" marL="0" rtl="0" algn="l">
              <a:spcBef>
                <a:spcPts val="0"/>
              </a:spcBef>
              <a:spcAft>
                <a:spcPts val="0"/>
              </a:spcAft>
              <a:buNone/>
            </a:pPr>
            <a:r>
              <a:rPr lang="en" sz="3000">
                <a:solidFill>
                  <a:schemeClr val="dk1"/>
                </a:solidFill>
                <a:latin typeface="Nunito"/>
                <a:ea typeface="Nunito"/>
                <a:cs typeface="Nunito"/>
                <a:sym typeface="Nunito"/>
              </a:rPr>
              <a:t>                       </a:t>
            </a:r>
            <a:r>
              <a:rPr lang="en" sz="4500">
                <a:solidFill>
                  <a:schemeClr val="dk1"/>
                </a:solidFill>
                <a:latin typeface="Nunito"/>
                <a:ea typeface="Nunito"/>
                <a:cs typeface="Nunito"/>
                <a:sym typeface="Nunito"/>
              </a:rPr>
              <a:t>…And what did </a:t>
            </a:r>
            <a:r>
              <a:rPr i="1" lang="en" sz="4500">
                <a:solidFill>
                  <a:schemeClr val="dk1"/>
                </a:solidFill>
                <a:latin typeface="Nunito"/>
                <a:ea typeface="Nunito"/>
                <a:cs typeface="Nunito"/>
                <a:sym typeface="Nunito"/>
              </a:rPr>
              <a:t>I</a:t>
            </a:r>
            <a:r>
              <a:rPr lang="en" sz="4500">
                <a:solidFill>
                  <a:schemeClr val="dk1"/>
                </a:solidFill>
                <a:latin typeface="Nunito"/>
                <a:ea typeface="Nunito"/>
                <a:cs typeface="Nunito"/>
                <a:sym typeface="Nunito"/>
              </a:rPr>
              <a:t> do?</a:t>
            </a:r>
            <a:endParaRPr sz="4500">
              <a:solidFill>
                <a:schemeClr val="dk1"/>
              </a:solidFill>
              <a:latin typeface="Nunito"/>
              <a:ea typeface="Nunito"/>
              <a:cs typeface="Nunito"/>
              <a:sym typeface="Nuni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5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5000"/>
              <a:t>Goals:</a:t>
            </a:r>
            <a:endParaRPr sz="5000"/>
          </a:p>
        </p:txBody>
      </p:sp>
      <p:sp>
        <p:nvSpPr>
          <p:cNvPr id="384" name="Google Shape;384;p50"/>
          <p:cNvSpPr txBox="1"/>
          <p:nvPr/>
        </p:nvSpPr>
        <p:spPr>
          <a:xfrm>
            <a:off x="649650" y="1501950"/>
            <a:ext cx="7844700" cy="1396800"/>
          </a:xfrm>
          <a:prstGeom prst="rect">
            <a:avLst/>
          </a:prstGeom>
          <a:noFill/>
          <a:ln>
            <a:noFill/>
          </a:ln>
        </p:spPr>
        <p:txBody>
          <a:bodyPr anchorCtr="0" anchor="t" bIns="91425" lIns="91425" spcFirstLastPara="1" rIns="91425" wrap="square" tIns="91425">
            <a:noAutofit/>
          </a:bodyPr>
          <a:lstStyle/>
          <a:p>
            <a:pPr indent="-514350" lvl="0" marL="457200" rtl="0" algn="ctr">
              <a:spcBef>
                <a:spcPts val="0"/>
              </a:spcBef>
              <a:spcAft>
                <a:spcPts val="0"/>
              </a:spcAft>
              <a:buClr>
                <a:schemeClr val="dk1"/>
              </a:buClr>
              <a:buSzPts val="4500"/>
              <a:buFont typeface="Nunito"/>
              <a:buAutoNum type="arabicParenR"/>
            </a:pPr>
            <a:r>
              <a:rPr b="1" lang="en" sz="4500">
                <a:solidFill>
                  <a:schemeClr val="dk1"/>
                </a:solidFill>
                <a:highlight>
                  <a:srgbClr val="00FF00"/>
                </a:highlight>
                <a:latin typeface="Raleway"/>
                <a:ea typeface="Raleway"/>
                <a:cs typeface="Raleway"/>
                <a:sym typeface="Raleway"/>
              </a:rPr>
              <a:t>Build original analyses of the MAL2 Cohort</a:t>
            </a:r>
            <a:endParaRPr sz="4500">
              <a:solidFill>
                <a:schemeClr val="dk1"/>
              </a:solidFill>
              <a:highlight>
                <a:srgbClr val="00FF00"/>
              </a:highlight>
              <a:latin typeface="Nunito"/>
              <a:ea typeface="Nunito"/>
              <a:cs typeface="Nunito"/>
              <a:sym typeface="Nunito"/>
            </a:endParaRPr>
          </a:p>
        </p:txBody>
      </p:sp>
      <p:sp>
        <p:nvSpPr>
          <p:cNvPr id="385" name="Google Shape;385;p50"/>
          <p:cNvSpPr txBox="1"/>
          <p:nvPr/>
        </p:nvSpPr>
        <p:spPr>
          <a:xfrm>
            <a:off x="649650" y="3163950"/>
            <a:ext cx="7844700" cy="1396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4500">
                <a:solidFill>
                  <a:schemeClr val="dk1"/>
                </a:solidFill>
                <a:highlight>
                  <a:srgbClr val="00FF00"/>
                </a:highlight>
                <a:latin typeface="Raleway"/>
                <a:ea typeface="Raleway"/>
                <a:cs typeface="Raleway"/>
                <a:sym typeface="Raleway"/>
              </a:rPr>
              <a:t>2) Try to recreate analyses built by the authors</a:t>
            </a:r>
            <a:endParaRPr sz="4500">
              <a:solidFill>
                <a:schemeClr val="dk1"/>
              </a:solidFill>
              <a:highlight>
                <a:srgbClr val="00FF00"/>
              </a:highlight>
              <a:latin typeface="Nunito"/>
              <a:ea typeface="Nunito"/>
              <a:cs typeface="Nunito"/>
              <a:sym typeface="Nuni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51"/>
          <p:cNvSpPr txBox="1"/>
          <p:nvPr>
            <p:ph type="ctrTitle"/>
          </p:nvPr>
        </p:nvSpPr>
        <p:spPr>
          <a:xfrm>
            <a:off x="973325" y="2160725"/>
            <a:ext cx="7717500" cy="1662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6500"/>
              <a:t>02</a:t>
            </a:r>
            <a:endParaRPr sz="6500"/>
          </a:p>
          <a:p>
            <a:pPr indent="0" lvl="0" marL="0" rtl="0" algn="l">
              <a:spcBef>
                <a:spcPts val="0"/>
              </a:spcBef>
              <a:spcAft>
                <a:spcPts val="0"/>
              </a:spcAft>
              <a:buNone/>
            </a:pPr>
            <a:r>
              <a:rPr lang="en"/>
              <a:t>Ezra’s 16S Amplicon Pipeline</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5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Hypothesis Formation</a:t>
            </a:r>
            <a:endParaRPr/>
          </a:p>
        </p:txBody>
      </p:sp>
      <p:sp>
        <p:nvSpPr>
          <p:cNvPr id="396" name="Google Shape;396;p52"/>
          <p:cNvSpPr txBox="1"/>
          <p:nvPr>
            <p:ph idx="1" type="body"/>
          </p:nvPr>
        </p:nvSpPr>
        <p:spPr>
          <a:xfrm>
            <a:off x="311700" y="1152475"/>
            <a:ext cx="4542900" cy="3682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Scientific question:</a:t>
            </a:r>
            <a:r>
              <a:rPr lang="en"/>
              <a:t> Does gut microbial community composition and diversity differ between patients with colorectal cancer (CRC) and healthy individuals with normal colon tissue, and if so, which specific taxa drive these differences?</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Null hypothesis (H₀):</a:t>
            </a:r>
            <a:r>
              <a:rPr lang="en"/>
              <a:t> Gut microbial alpha diversity, beta diversity, and taxonomic composition do not differ between CRC and Normal colon tissue samples — any observed differences are attributable to inter-individual variation rather than disease status</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Alternative hypothesis (H₁):</a:t>
            </a:r>
            <a:r>
              <a:rPr lang="en"/>
              <a:t> Gut microbial diversity is reduced and community composition is significantly altered in CRC samples relative to Normal samples, characterized by the enrichment of oncogenic pathobionts (e.g., Fusobacterium nucleatum, Peptostreptococcus stomatis) and the depletion of protective commensals (e.g., Faecalibacterium prausnitzii), consistent with disease-associated dysbiosis in the tumor microenvironment</a:t>
            </a:r>
            <a:endParaRPr/>
          </a:p>
        </p:txBody>
      </p:sp>
      <p:pic>
        <p:nvPicPr>
          <p:cNvPr id="397" name="Google Shape;397;p52"/>
          <p:cNvPicPr preferRelativeResize="0"/>
          <p:nvPr/>
        </p:nvPicPr>
        <p:blipFill>
          <a:blip r:embed="rId3">
            <a:alphaModFix/>
          </a:blip>
          <a:stretch>
            <a:fillRect/>
          </a:stretch>
        </p:blipFill>
        <p:spPr>
          <a:xfrm>
            <a:off x="5319725" y="1017725"/>
            <a:ext cx="3415484" cy="3340692"/>
          </a:xfrm>
          <a:prstGeom prst="rect">
            <a:avLst/>
          </a:prstGeom>
          <a:noFill/>
          <a:ln>
            <a:noFill/>
          </a:ln>
        </p:spPr>
      </p:pic>
      <p:sp>
        <p:nvSpPr>
          <p:cNvPr id="398" name="Google Shape;398;p52"/>
          <p:cNvSpPr txBox="1"/>
          <p:nvPr/>
        </p:nvSpPr>
        <p:spPr>
          <a:xfrm>
            <a:off x="5319725" y="4465675"/>
            <a:ext cx="35127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600"/>
              <a:t>https://media.springernature.com/m685/springer-static/image/art%3A10.1038%2Fs41586-020-2729-3/MediaObjects/41586_2020_2729_Fig1_HTML.png</a:t>
            </a:r>
            <a:endParaRPr sz="6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5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Dataset &amp; Sequencing Strategy</a:t>
            </a:r>
            <a:endParaRPr/>
          </a:p>
        </p:txBody>
      </p:sp>
      <p:sp>
        <p:nvSpPr>
          <p:cNvPr id="404" name="Google Shape;404;p53"/>
          <p:cNvSpPr txBox="1"/>
          <p:nvPr>
            <p:ph idx="1" type="body"/>
          </p:nvPr>
        </p:nvSpPr>
        <p:spPr>
          <a:xfrm>
            <a:off x="311700" y="1152475"/>
            <a:ext cx="45429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Source</a:t>
            </a:r>
            <a:r>
              <a:rPr lang="en"/>
              <a:t>: MAL2 cohort (Drewes et al., 2017; BioProject PRJNA325650) — surgical biopsy tissue samples collected from CRC tumor tissue and paired normal tissue taken from a non-cancerous region of the resected colorectal sample as far as possible from the tumor — 23 CRC patients yielding paired tumor + normal biopsies; 41 samples retained after QC in our analysis (20 CRC, 21 Normal)</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Sequencing platform:</a:t>
            </a:r>
            <a:r>
              <a:rPr lang="en"/>
              <a:t> Illumina MiSeq, paired-end 2×250 bp; targeting the V3-V4 hypervariable region of the 16S rRNA gene using primers 515F (GTGYCAGCMGCCGCGGTAA) and 806R (GGACTACNVGGGTWTCTAAT)</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Bioinformatic pipeline:</a:t>
            </a:r>
            <a:r>
              <a:rPr lang="en"/>
              <a:t> Primers removed with Cutadapt; quality filtering, denoising, and ASV inference with DADA2; taxonomy assigned against the SILVA v138 reference database; downstream analyses in R using phyloseq, vegan, and iNEXT</a:t>
            </a:r>
            <a:endParaRPr/>
          </a:p>
        </p:txBody>
      </p:sp>
      <p:pic>
        <p:nvPicPr>
          <p:cNvPr id="405" name="Google Shape;405;p53"/>
          <p:cNvPicPr preferRelativeResize="0"/>
          <p:nvPr/>
        </p:nvPicPr>
        <p:blipFill>
          <a:blip r:embed="rId3">
            <a:alphaModFix/>
          </a:blip>
          <a:stretch>
            <a:fillRect/>
          </a:stretch>
        </p:blipFill>
        <p:spPr>
          <a:xfrm>
            <a:off x="5907625" y="1177963"/>
            <a:ext cx="2564825" cy="3325025"/>
          </a:xfrm>
          <a:prstGeom prst="rect">
            <a:avLst/>
          </a:prstGeom>
          <a:noFill/>
          <a:ln>
            <a:noFill/>
          </a:ln>
        </p:spPr>
      </p:pic>
      <p:sp>
        <p:nvSpPr>
          <p:cNvPr id="406" name="Google Shape;406;p53"/>
          <p:cNvSpPr txBox="1"/>
          <p:nvPr/>
        </p:nvSpPr>
        <p:spPr>
          <a:xfrm>
            <a:off x="5907625" y="4568875"/>
            <a:ext cx="30000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600"/>
              <a:t>https://www.sciencedirect.com/science/article/pii/S0968000415000262</a:t>
            </a:r>
            <a:endParaRPr sz="6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54"/>
          <p:cNvSpPr txBox="1"/>
          <p:nvPr>
            <p:ph type="title"/>
          </p:nvPr>
        </p:nvSpPr>
        <p:spPr>
          <a:xfrm>
            <a:off x="720000" y="304850"/>
            <a:ext cx="7704000" cy="1047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“Abundance Unweighted Counts is Significantly Lower in CRC Samples”</a:t>
            </a:r>
            <a:endParaRPr/>
          </a:p>
        </p:txBody>
      </p:sp>
      <p:pic>
        <p:nvPicPr>
          <p:cNvPr id="412" name="Google Shape;412;p54"/>
          <p:cNvPicPr preferRelativeResize="0"/>
          <p:nvPr/>
        </p:nvPicPr>
        <p:blipFill>
          <a:blip r:embed="rId3">
            <a:alphaModFix/>
          </a:blip>
          <a:stretch>
            <a:fillRect/>
          </a:stretch>
        </p:blipFill>
        <p:spPr>
          <a:xfrm>
            <a:off x="2138163" y="1666600"/>
            <a:ext cx="4867676" cy="3476899"/>
          </a:xfrm>
          <a:prstGeom prst="rect">
            <a:avLst/>
          </a:prstGeom>
          <a:noFill/>
          <a:ln>
            <a:noFill/>
          </a:ln>
        </p:spPr>
      </p:pic>
      <p:sp>
        <p:nvSpPr>
          <p:cNvPr id="413" name="Google Shape;413;p54"/>
          <p:cNvSpPr txBox="1"/>
          <p:nvPr/>
        </p:nvSpPr>
        <p:spPr>
          <a:xfrm>
            <a:off x="2544825" y="1427631"/>
            <a:ext cx="46821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latin typeface="Nunito"/>
                <a:ea typeface="Nunito"/>
                <a:cs typeface="Nunito"/>
                <a:sym typeface="Nunito"/>
              </a:rPr>
              <a:t>         Richness                         Shannon                         Simpson</a:t>
            </a:r>
            <a:endParaRPr sz="1100">
              <a:latin typeface="Nunito"/>
              <a:ea typeface="Nunito"/>
              <a:cs typeface="Nunito"/>
              <a:sym typeface="Nunit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55"/>
          <p:cNvSpPr txBox="1"/>
          <p:nvPr>
            <p:ph type="title"/>
          </p:nvPr>
        </p:nvSpPr>
        <p:spPr>
          <a:xfrm>
            <a:off x="720000" y="304850"/>
            <a:ext cx="7704000" cy="1047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“Abundance Unweighted Counts is Significantly Lower in CRC Samples”</a:t>
            </a:r>
            <a:endParaRPr/>
          </a:p>
        </p:txBody>
      </p:sp>
      <p:pic>
        <p:nvPicPr>
          <p:cNvPr id="419" name="Google Shape;419;p55"/>
          <p:cNvPicPr preferRelativeResize="0"/>
          <p:nvPr/>
        </p:nvPicPr>
        <p:blipFill>
          <a:blip r:embed="rId3">
            <a:alphaModFix/>
          </a:blip>
          <a:stretch>
            <a:fillRect/>
          </a:stretch>
        </p:blipFill>
        <p:spPr>
          <a:xfrm>
            <a:off x="443525" y="1590650"/>
            <a:ext cx="4626626" cy="3304726"/>
          </a:xfrm>
          <a:prstGeom prst="rect">
            <a:avLst/>
          </a:prstGeom>
          <a:noFill/>
          <a:ln>
            <a:noFill/>
          </a:ln>
        </p:spPr>
      </p:pic>
      <p:sp>
        <p:nvSpPr>
          <p:cNvPr id="420" name="Google Shape;420;p55"/>
          <p:cNvSpPr txBox="1"/>
          <p:nvPr/>
        </p:nvSpPr>
        <p:spPr>
          <a:xfrm>
            <a:off x="5520925" y="1590650"/>
            <a:ext cx="3183000" cy="2893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latin typeface="Nunito"/>
                <a:ea typeface="Nunito"/>
                <a:cs typeface="Nunito"/>
                <a:sym typeface="Nunito"/>
              </a:rPr>
              <a:t>q = 0 (Richness):</a:t>
            </a:r>
            <a:r>
              <a:rPr lang="en" sz="1100">
                <a:latin typeface="Nunito"/>
                <a:ea typeface="Nunito"/>
                <a:cs typeface="Nunito"/>
                <a:sym typeface="Nunito"/>
              </a:rPr>
              <a:t> Normal samples show substantially higher richness than CRC, </a:t>
            </a:r>
            <a:r>
              <a:rPr i="1" lang="en" sz="1100">
                <a:latin typeface="Nunito"/>
                <a:ea typeface="Nunito"/>
                <a:cs typeface="Nunito"/>
                <a:sym typeface="Nunito"/>
              </a:rPr>
              <a:t>consistent with the loss of rare commensal taxa during gut dysbiosis.</a:t>
            </a:r>
            <a:endParaRPr i="1" sz="1100">
              <a:latin typeface="Nunito"/>
              <a:ea typeface="Nunito"/>
              <a:cs typeface="Nunito"/>
              <a:sym typeface="Nunito"/>
            </a:endParaRPr>
          </a:p>
          <a:p>
            <a:pPr indent="0" lvl="0" marL="0" rtl="0" algn="l">
              <a:spcBef>
                <a:spcPts val="0"/>
              </a:spcBef>
              <a:spcAft>
                <a:spcPts val="0"/>
              </a:spcAft>
              <a:buNone/>
            </a:pPr>
            <a:r>
              <a:t/>
            </a:r>
            <a:endParaRPr sz="1100">
              <a:latin typeface="Nunito"/>
              <a:ea typeface="Nunito"/>
              <a:cs typeface="Nunito"/>
              <a:sym typeface="Nunito"/>
            </a:endParaRPr>
          </a:p>
          <a:p>
            <a:pPr indent="0" lvl="0" marL="0" rtl="0" algn="l">
              <a:spcBef>
                <a:spcPts val="0"/>
              </a:spcBef>
              <a:spcAft>
                <a:spcPts val="0"/>
              </a:spcAft>
              <a:buNone/>
            </a:pPr>
            <a:r>
              <a:rPr b="1" lang="en" sz="1100">
                <a:latin typeface="Nunito"/>
                <a:ea typeface="Nunito"/>
                <a:cs typeface="Nunito"/>
                <a:sym typeface="Nunito"/>
              </a:rPr>
              <a:t>q = 2 (Simpson):</a:t>
            </a:r>
            <a:r>
              <a:rPr lang="en" sz="1100">
                <a:latin typeface="Nunito"/>
                <a:ea typeface="Nunito"/>
                <a:cs typeface="Nunito"/>
                <a:sym typeface="Nunito"/>
              </a:rPr>
              <a:t> Dominant taxa are similarly structured between groups, suggesting CRC selects against rare taxa while preserving — or even enriching — overdominant ones.</a:t>
            </a:r>
            <a:endParaRPr sz="1100">
              <a:latin typeface="Nunito"/>
              <a:ea typeface="Nunito"/>
              <a:cs typeface="Nunito"/>
              <a:sym typeface="Nunito"/>
            </a:endParaRPr>
          </a:p>
          <a:p>
            <a:pPr indent="0" lvl="0" marL="0" rtl="0" algn="l">
              <a:spcBef>
                <a:spcPts val="0"/>
              </a:spcBef>
              <a:spcAft>
                <a:spcPts val="0"/>
              </a:spcAft>
              <a:buNone/>
            </a:pPr>
            <a:r>
              <a:t/>
            </a:r>
            <a:endParaRPr sz="1100">
              <a:latin typeface="Nunito"/>
              <a:ea typeface="Nunito"/>
              <a:cs typeface="Nunito"/>
              <a:sym typeface="Nunito"/>
            </a:endParaRPr>
          </a:p>
          <a:p>
            <a:pPr indent="0" lvl="0" marL="0" rtl="0" algn="l">
              <a:spcBef>
                <a:spcPts val="0"/>
              </a:spcBef>
              <a:spcAft>
                <a:spcPts val="0"/>
              </a:spcAft>
              <a:buNone/>
            </a:pPr>
            <a:r>
              <a:rPr b="1" lang="en" sz="1100">
                <a:latin typeface="Nunito"/>
                <a:ea typeface="Nunito"/>
                <a:cs typeface="Nunito"/>
                <a:sym typeface="Nunito"/>
              </a:rPr>
              <a:t>Biological relevance:</a:t>
            </a:r>
            <a:r>
              <a:rPr lang="en" sz="1100">
                <a:latin typeface="Nunito"/>
                <a:ea typeface="Nunito"/>
                <a:cs typeface="Nunito"/>
                <a:sym typeface="Nunito"/>
              </a:rPr>
              <a:t> This pattern </a:t>
            </a:r>
            <a:r>
              <a:rPr i="1" lang="en" sz="1100">
                <a:latin typeface="Nunito"/>
                <a:ea typeface="Nunito"/>
                <a:cs typeface="Nunito"/>
                <a:sym typeface="Nunito"/>
              </a:rPr>
              <a:t>challenges </a:t>
            </a:r>
            <a:r>
              <a:rPr lang="en" sz="1100">
                <a:latin typeface="Nunito"/>
                <a:ea typeface="Nunito"/>
                <a:cs typeface="Nunito"/>
                <a:sym typeface="Nunito"/>
              </a:rPr>
              <a:t>the idea that immunoprivileged tumor microenvironments allow for increased microbial density and the rise of opportunistic taxa that would otherwise be kept in check by host immunity.</a:t>
            </a:r>
            <a:endParaRPr sz="1100">
              <a:latin typeface="Nunito"/>
              <a:ea typeface="Nunito"/>
              <a:cs typeface="Nunito"/>
              <a:sym typeface="Nunit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56"/>
          <p:cNvSpPr txBox="1"/>
          <p:nvPr>
            <p:ph type="title"/>
          </p:nvPr>
        </p:nvSpPr>
        <p:spPr>
          <a:xfrm>
            <a:off x="293300" y="1555800"/>
            <a:ext cx="8518500" cy="2031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4000"/>
              <a:t>Do we expect </a:t>
            </a:r>
            <a:r>
              <a:rPr i="1" lang="en" sz="4000"/>
              <a:t>community-wide </a:t>
            </a:r>
            <a:r>
              <a:rPr lang="en" sz="4000"/>
              <a:t>shifts in the composition of our microbiome samples?</a:t>
            </a:r>
            <a:endParaRPr sz="40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p57"/>
          <p:cNvSpPr txBox="1"/>
          <p:nvPr>
            <p:ph type="title"/>
          </p:nvPr>
        </p:nvSpPr>
        <p:spPr>
          <a:xfrm>
            <a:off x="720000" y="539500"/>
            <a:ext cx="7704000" cy="637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PCoA Analysis: Sorensen vs. Bray-Curtis </a:t>
            </a:r>
            <a:endParaRPr/>
          </a:p>
        </p:txBody>
      </p:sp>
      <p:pic>
        <p:nvPicPr>
          <p:cNvPr id="431" name="Google Shape;431;p57"/>
          <p:cNvPicPr preferRelativeResize="0"/>
          <p:nvPr/>
        </p:nvPicPr>
        <p:blipFill>
          <a:blip r:embed="rId3">
            <a:alphaModFix/>
          </a:blip>
          <a:stretch>
            <a:fillRect/>
          </a:stretch>
        </p:blipFill>
        <p:spPr>
          <a:xfrm>
            <a:off x="1085450" y="1256550"/>
            <a:ext cx="6973102" cy="3486551"/>
          </a:xfrm>
          <a:prstGeom prst="rect">
            <a:avLst/>
          </a:prstGeom>
          <a:noFill/>
          <a:ln>
            <a:noFill/>
          </a:ln>
        </p:spPr>
      </p:pic>
      <p:sp>
        <p:nvSpPr>
          <p:cNvPr id="432" name="Google Shape;432;p57"/>
          <p:cNvSpPr txBox="1"/>
          <p:nvPr/>
        </p:nvSpPr>
        <p:spPr>
          <a:xfrm>
            <a:off x="2999850" y="3713650"/>
            <a:ext cx="11862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highlight>
                  <a:srgbClr val="FFFF00"/>
                </a:highlight>
                <a:latin typeface="Nunito"/>
                <a:ea typeface="Nunito"/>
                <a:cs typeface="Nunito"/>
                <a:sym typeface="Nunito"/>
              </a:rPr>
              <a:t>R</a:t>
            </a:r>
            <a:r>
              <a:rPr baseline="30000" lang="en" sz="1200">
                <a:solidFill>
                  <a:schemeClr val="dk1"/>
                </a:solidFill>
                <a:highlight>
                  <a:srgbClr val="FFFF00"/>
                </a:highlight>
                <a:latin typeface="Nunito"/>
                <a:ea typeface="Nunito"/>
                <a:cs typeface="Nunito"/>
                <a:sym typeface="Nunito"/>
              </a:rPr>
              <a:t>2</a:t>
            </a:r>
            <a:r>
              <a:rPr lang="en" sz="1200">
                <a:solidFill>
                  <a:schemeClr val="dk1"/>
                </a:solidFill>
                <a:highlight>
                  <a:srgbClr val="FFFF00"/>
                </a:highlight>
                <a:latin typeface="Nunito"/>
                <a:ea typeface="Nunito"/>
                <a:cs typeface="Nunito"/>
                <a:sym typeface="Nunito"/>
              </a:rPr>
              <a:t>=0.01696</a:t>
            </a:r>
            <a:endParaRPr sz="1200">
              <a:solidFill>
                <a:schemeClr val="dk1"/>
              </a:solidFill>
              <a:highlight>
                <a:srgbClr val="FFFF00"/>
              </a:highlight>
              <a:latin typeface="Nunito"/>
              <a:ea typeface="Nunito"/>
              <a:cs typeface="Nunito"/>
              <a:sym typeface="Nunito"/>
            </a:endParaRPr>
          </a:p>
          <a:p>
            <a:pPr indent="0" lvl="0" marL="0" rtl="0" algn="l">
              <a:spcBef>
                <a:spcPts val="0"/>
              </a:spcBef>
              <a:spcAft>
                <a:spcPts val="0"/>
              </a:spcAft>
              <a:buNone/>
            </a:pPr>
            <a:r>
              <a:rPr lang="en" sz="1200">
                <a:solidFill>
                  <a:schemeClr val="dk1"/>
                </a:solidFill>
                <a:latin typeface="Nunito"/>
                <a:ea typeface="Nunito"/>
                <a:cs typeface="Nunito"/>
                <a:sym typeface="Nunito"/>
              </a:rPr>
              <a:t>F = 0.6727</a:t>
            </a:r>
            <a:endParaRPr sz="1200">
              <a:solidFill>
                <a:schemeClr val="dk1"/>
              </a:solidFill>
              <a:latin typeface="Nunito"/>
              <a:ea typeface="Nunito"/>
              <a:cs typeface="Nunito"/>
              <a:sym typeface="Nunito"/>
            </a:endParaRPr>
          </a:p>
        </p:txBody>
      </p:sp>
      <p:sp>
        <p:nvSpPr>
          <p:cNvPr id="433" name="Google Shape;433;p57"/>
          <p:cNvSpPr txBox="1"/>
          <p:nvPr/>
        </p:nvSpPr>
        <p:spPr>
          <a:xfrm>
            <a:off x="4737350" y="3713650"/>
            <a:ext cx="11862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highlight>
                  <a:srgbClr val="FFFF00"/>
                </a:highlight>
                <a:latin typeface="Nunito"/>
                <a:ea typeface="Nunito"/>
                <a:cs typeface="Nunito"/>
                <a:sym typeface="Nunito"/>
              </a:rPr>
              <a:t>R</a:t>
            </a:r>
            <a:r>
              <a:rPr baseline="30000" lang="en" sz="1200">
                <a:solidFill>
                  <a:schemeClr val="dk1"/>
                </a:solidFill>
                <a:highlight>
                  <a:srgbClr val="FFFF00"/>
                </a:highlight>
                <a:latin typeface="Nunito"/>
                <a:ea typeface="Nunito"/>
                <a:cs typeface="Nunito"/>
                <a:sym typeface="Nunito"/>
              </a:rPr>
              <a:t>2</a:t>
            </a:r>
            <a:r>
              <a:rPr lang="en" sz="1200">
                <a:solidFill>
                  <a:schemeClr val="dk1"/>
                </a:solidFill>
                <a:highlight>
                  <a:srgbClr val="FFFF00"/>
                </a:highlight>
                <a:latin typeface="Nunito"/>
                <a:ea typeface="Nunito"/>
                <a:cs typeface="Nunito"/>
                <a:sym typeface="Nunito"/>
              </a:rPr>
              <a:t>=0.01659</a:t>
            </a:r>
            <a:endParaRPr sz="1200">
              <a:solidFill>
                <a:schemeClr val="dk1"/>
              </a:solidFill>
              <a:highlight>
                <a:srgbClr val="FFFF00"/>
              </a:highlight>
              <a:latin typeface="Nunito"/>
              <a:ea typeface="Nunito"/>
              <a:cs typeface="Nunito"/>
              <a:sym typeface="Nunito"/>
            </a:endParaRPr>
          </a:p>
          <a:p>
            <a:pPr indent="0" lvl="0" marL="0" rtl="0" algn="l">
              <a:spcBef>
                <a:spcPts val="0"/>
              </a:spcBef>
              <a:spcAft>
                <a:spcPts val="0"/>
              </a:spcAft>
              <a:buNone/>
            </a:pPr>
            <a:r>
              <a:rPr lang="en" sz="1200">
                <a:solidFill>
                  <a:schemeClr val="dk1"/>
                </a:solidFill>
                <a:latin typeface="Nunito"/>
                <a:ea typeface="Nunito"/>
                <a:cs typeface="Nunito"/>
                <a:sym typeface="Nunito"/>
              </a:rPr>
              <a:t>F = 0.98341</a:t>
            </a:r>
            <a:endParaRPr sz="1200">
              <a:solidFill>
                <a:schemeClr val="dk1"/>
              </a:solidFill>
              <a:latin typeface="Nunito"/>
              <a:ea typeface="Nunito"/>
              <a:cs typeface="Nunito"/>
              <a:sym typeface="Nunit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58"/>
          <p:cNvSpPr txBox="1"/>
          <p:nvPr>
            <p:ph type="title"/>
          </p:nvPr>
        </p:nvSpPr>
        <p:spPr>
          <a:xfrm>
            <a:off x="720000" y="539500"/>
            <a:ext cx="7704000" cy="637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NMDS Analysis: Sorensen vs. Bray-Curtis </a:t>
            </a:r>
            <a:endParaRPr/>
          </a:p>
        </p:txBody>
      </p:sp>
      <p:pic>
        <p:nvPicPr>
          <p:cNvPr id="439" name="Google Shape;439;p58"/>
          <p:cNvPicPr preferRelativeResize="0"/>
          <p:nvPr/>
        </p:nvPicPr>
        <p:blipFill>
          <a:blip r:embed="rId3">
            <a:alphaModFix/>
          </a:blip>
          <a:stretch>
            <a:fillRect/>
          </a:stretch>
        </p:blipFill>
        <p:spPr>
          <a:xfrm>
            <a:off x="910300" y="1177000"/>
            <a:ext cx="7323402" cy="3661701"/>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59"/>
          <p:cNvSpPr txBox="1"/>
          <p:nvPr>
            <p:ph type="title"/>
          </p:nvPr>
        </p:nvSpPr>
        <p:spPr>
          <a:xfrm>
            <a:off x="720000" y="431650"/>
            <a:ext cx="7704000" cy="637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Why is this the case?</a:t>
            </a:r>
            <a:endParaRPr/>
          </a:p>
        </p:txBody>
      </p:sp>
      <p:pic>
        <p:nvPicPr>
          <p:cNvPr id="445" name="Google Shape;445;p59"/>
          <p:cNvPicPr preferRelativeResize="0"/>
          <p:nvPr/>
        </p:nvPicPr>
        <p:blipFill>
          <a:blip r:embed="rId3">
            <a:alphaModFix/>
          </a:blip>
          <a:stretch>
            <a:fillRect/>
          </a:stretch>
        </p:blipFill>
        <p:spPr>
          <a:xfrm>
            <a:off x="572950" y="1177000"/>
            <a:ext cx="4271985" cy="3661701"/>
          </a:xfrm>
          <a:prstGeom prst="rect">
            <a:avLst/>
          </a:prstGeom>
          <a:noFill/>
          <a:ln>
            <a:noFill/>
          </a:ln>
        </p:spPr>
      </p:pic>
      <p:sp>
        <p:nvSpPr>
          <p:cNvPr id="446" name="Google Shape;446;p59"/>
          <p:cNvSpPr txBox="1"/>
          <p:nvPr/>
        </p:nvSpPr>
        <p:spPr>
          <a:xfrm>
            <a:off x="5219225" y="1329300"/>
            <a:ext cx="3118500" cy="350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200">
                <a:latin typeface="Nunito"/>
                <a:ea typeface="Nunito"/>
                <a:cs typeface="Nunito"/>
                <a:sym typeface="Nunito"/>
              </a:rPr>
              <a:t>No clustering by CRC status</a:t>
            </a:r>
            <a:r>
              <a:rPr lang="en" sz="1200">
                <a:latin typeface="Nunito"/>
                <a:ea typeface="Nunito"/>
                <a:cs typeface="Nunito"/>
                <a:sym typeface="Nunito"/>
              </a:rPr>
              <a:t>: </a:t>
            </a:r>
            <a:r>
              <a:rPr lang="en" sz="1200">
                <a:latin typeface="Nunito"/>
                <a:ea typeface="Nunito"/>
                <a:cs typeface="Nunito"/>
                <a:sym typeface="Nunito"/>
              </a:rPr>
              <a:t>CRC and Normal samples are broadly intermixed across all four ordinations, indicating that CRC does not drive community-wide shifts in gut microbial composition.</a:t>
            </a:r>
            <a:endParaRPr sz="1200">
              <a:latin typeface="Nunito"/>
              <a:ea typeface="Nunito"/>
              <a:cs typeface="Nunito"/>
              <a:sym typeface="Nunito"/>
            </a:endParaRPr>
          </a:p>
          <a:p>
            <a:pPr indent="0" lvl="0" marL="0" rtl="0" algn="l">
              <a:spcBef>
                <a:spcPts val="0"/>
              </a:spcBef>
              <a:spcAft>
                <a:spcPts val="0"/>
              </a:spcAft>
              <a:buNone/>
            </a:pPr>
            <a:r>
              <a:t/>
            </a:r>
            <a:endParaRPr sz="1200">
              <a:latin typeface="Nunito"/>
              <a:ea typeface="Nunito"/>
              <a:cs typeface="Nunito"/>
              <a:sym typeface="Nunito"/>
            </a:endParaRPr>
          </a:p>
          <a:p>
            <a:pPr indent="0" lvl="0" marL="0" rtl="0" algn="l">
              <a:spcBef>
                <a:spcPts val="0"/>
              </a:spcBef>
              <a:spcAft>
                <a:spcPts val="0"/>
              </a:spcAft>
              <a:buNone/>
            </a:pPr>
            <a:r>
              <a:rPr b="1" lang="en" sz="1200">
                <a:latin typeface="Nunito"/>
                <a:ea typeface="Nunito"/>
                <a:cs typeface="Nunito"/>
                <a:sym typeface="Nunito"/>
              </a:rPr>
              <a:t>Consistent across methods</a:t>
            </a:r>
            <a:r>
              <a:rPr lang="en" sz="1200">
                <a:latin typeface="Nunito"/>
                <a:ea typeface="Nunito"/>
                <a:cs typeface="Nunito"/>
                <a:sym typeface="Nunito"/>
              </a:rPr>
              <a:t>: B</a:t>
            </a:r>
            <a:r>
              <a:rPr lang="en" sz="1200">
                <a:latin typeface="Nunito"/>
                <a:ea typeface="Nunito"/>
                <a:cs typeface="Nunito"/>
                <a:sym typeface="Nunito"/>
              </a:rPr>
              <a:t>oth PCoA and NMDS, using both Sorensen and Bray-Curtis, tell the same story, strengthening confidence in this conclusion.</a:t>
            </a:r>
            <a:endParaRPr sz="1200">
              <a:latin typeface="Nunito"/>
              <a:ea typeface="Nunito"/>
              <a:cs typeface="Nunito"/>
              <a:sym typeface="Nunito"/>
            </a:endParaRPr>
          </a:p>
          <a:p>
            <a:pPr indent="0" lvl="0" marL="0" rtl="0" algn="l">
              <a:spcBef>
                <a:spcPts val="0"/>
              </a:spcBef>
              <a:spcAft>
                <a:spcPts val="0"/>
              </a:spcAft>
              <a:buNone/>
            </a:pPr>
            <a:r>
              <a:t/>
            </a:r>
            <a:endParaRPr sz="1200">
              <a:latin typeface="Nunito"/>
              <a:ea typeface="Nunito"/>
              <a:cs typeface="Nunito"/>
              <a:sym typeface="Nunito"/>
            </a:endParaRPr>
          </a:p>
          <a:p>
            <a:pPr indent="0" lvl="0" marL="0" rtl="0" algn="l">
              <a:spcBef>
                <a:spcPts val="0"/>
              </a:spcBef>
              <a:spcAft>
                <a:spcPts val="0"/>
              </a:spcAft>
              <a:buNone/>
            </a:pPr>
            <a:r>
              <a:rPr b="1" lang="en" sz="1200">
                <a:latin typeface="Nunito"/>
                <a:ea typeface="Nunito"/>
                <a:cs typeface="Nunito"/>
                <a:sym typeface="Nunito"/>
              </a:rPr>
              <a:t>Inter-individual heterogeneity dominates</a:t>
            </a:r>
            <a:r>
              <a:rPr lang="en" sz="1200">
                <a:latin typeface="Nunito"/>
                <a:ea typeface="Nunito"/>
                <a:cs typeface="Nunito"/>
                <a:sym typeface="Nunito"/>
              </a:rPr>
              <a:t>: H</a:t>
            </a:r>
            <a:r>
              <a:rPr lang="en" sz="1200">
                <a:latin typeface="Nunito"/>
                <a:ea typeface="Nunito"/>
                <a:cs typeface="Nunito"/>
                <a:sym typeface="Nunito"/>
              </a:rPr>
              <a:t>ost-specific factors appear to be the primary driver of community variation, consistent with the well-known high variability of the human gut microbiome across individuals.</a:t>
            </a:r>
            <a:endParaRPr sz="1200">
              <a:latin typeface="Nunito"/>
              <a:ea typeface="Nunito"/>
              <a:cs typeface="Nunito"/>
              <a:sym typeface="Nunito"/>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sp>
        <p:nvSpPr>
          <p:cNvPr id="451" name="Google Shape;451;p60"/>
          <p:cNvSpPr txBox="1"/>
          <p:nvPr>
            <p:ph type="title"/>
          </p:nvPr>
        </p:nvSpPr>
        <p:spPr>
          <a:xfrm>
            <a:off x="293300" y="1555800"/>
            <a:ext cx="8518500" cy="2031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4000"/>
              <a:t>Do we expect </a:t>
            </a:r>
            <a:r>
              <a:rPr i="1" lang="en" sz="4000"/>
              <a:t>heterogenous</a:t>
            </a:r>
            <a:r>
              <a:rPr i="1" lang="en" sz="4000"/>
              <a:t> </a:t>
            </a:r>
            <a:r>
              <a:rPr lang="en" sz="4000"/>
              <a:t>shifts within individual microbial taxa?</a:t>
            </a:r>
            <a:endParaRPr sz="40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61"/>
          <p:cNvSpPr txBox="1"/>
          <p:nvPr>
            <p:ph type="title"/>
          </p:nvPr>
        </p:nvSpPr>
        <p:spPr>
          <a:xfrm>
            <a:off x="720000" y="366950"/>
            <a:ext cx="7704000" cy="637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How about 10 most common</a:t>
            </a:r>
            <a:r>
              <a:rPr i="1" lang="en"/>
              <a:t> Phylum</a:t>
            </a:r>
            <a:r>
              <a:rPr lang="en"/>
              <a:t>?</a:t>
            </a:r>
            <a:endParaRPr/>
          </a:p>
        </p:txBody>
      </p:sp>
      <p:pic>
        <p:nvPicPr>
          <p:cNvPr id="457" name="Google Shape;457;p61"/>
          <p:cNvPicPr preferRelativeResize="0"/>
          <p:nvPr/>
        </p:nvPicPr>
        <p:blipFill>
          <a:blip r:embed="rId3">
            <a:alphaModFix/>
          </a:blip>
          <a:stretch>
            <a:fillRect/>
          </a:stretch>
        </p:blipFill>
        <p:spPr>
          <a:xfrm>
            <a:off x="1176525" y="1113725"/>
            <a:ext cx="6790948" cy="3395474"/>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62"/>
          <p:cNvSpPr txBox="1"/>
          <p:nvPr>
            <p:ph type="title"/>
          </p:nvPr>
        </p:nvSpPr>
        <p:spPr>
          <a:xfrm>
            <a:off x="720000" y="366950"/>
            <a:ext cx="7704000" cy="637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How about 15 most common</a:t>
            </a:r>
            <a:r>
              <a:rPr i="1" lang="en"/>
              <a:t> ASVs</a:t>
            </a:r>
            <a:r>
              <a:rPr lang="en"/>
              <a:t>?</a:t>
            </a:r>
            <a:endParaRPr/>
          </a:p>
        </p:txBody>
      </p:sp>
      <p:pic>
        <p:nvPicPr>
          <p:cNvPr id="463" name="Google Shape;463;p62"/>
          <p:cNvPicPr preferRelativeResize="0"/>
          <p:nvPr/>
        </p:nvPicPr>
        <p:blipFill>
          <a:blip r:embed="rId3">
            <a:alphaModFix/>
          </a:blip>
          <a:stretch>
            <a:fillRect/>
          </a:stretch>
        </p:blipFill>
        <p:spPr>
          <a:xfrm>
            <a:off x="2015838" y="1049000"/>
            <a:ext cx="5112335" cy="3834252"/>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63"/>
          <p:cNvSpPr txBox="1"/>
          <p:nvPr>
            <p:ph type="title"/>
          </p:nvPr>
        </p:nvSpPr>
        <p:spPr>
          <a:xfrm>
            <a:off x="720000" y="366950"/>
            <a:ext cx="7704000" cy="637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How about </a:t>
            </a:r>
            <a:r>
              <a:rPr i="1" lang="en"/>
              <a:t>canonical</a:t>
            </a:r>
            <a:r>
              <a:rPr i="1" lang="en"/>
              <a:t> </a:t>
            </a:r>
            <a:r>
              <a:rPr lang="en"/>
              <a:t>species?</a:t>
            </a:r>
            <a:endParaRPr/>
          </a:p>
        </p:txBody>
      </p:sp>
      <p:pic>
        <p:nvPicPr>
          <p:cNvPr id="469" name="Google Shape;469;p63"/>
          <p:cNvPicPr preferRelativeResize="0"/>
          <p:nvPr/>
        </p:nvPicPr>
        <p:blipFill>
          <a:blip r:embed="rId3">
            <a:alphaModFix/>
          </a:blip>
          <a:stretch>
            <a:fillRect/>
          </a:stretch>
        </p:blipFill>
        <p:spPr>
          <a:xfrm>
            <a:off x="985138" y="1079950"/>
            <a:ext cx="7173734" cy="3986651"/>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pic>
        <p:nvPicPr>
          <p:cNvPr id="474" name="Google Shape;474;p64"/>
          <p:cNvPicPr preferRelativeResize="0"/>
          <p:nvPr/>
        </p:nvPicPr>
        <p:blipFill>
          <a:blip r:embed="rId3">
            <a:alphaModFix/>
          </a:blip>
          <a:stretch>
            <a:fillRect/>
          </a:stretch>
        </p:blipFill>
        <p:spPr>
          <a:xfrm>
            <a:off x="1776961" y="1129550"/>
            <a:ext cx="5590074" cy="3794376"/>
          </a:xfrm>
          <a:prstGeom prst="rect">
            <a:avLst/>
          </a:prstGeom>
          <a:noFill/>
          <a:ln>
            <a:noFill/>
          </a:ln>
        </p:spPr>
      </p:pic>
      <p:sp>
        <p:nvSpPr>
          <p:cNvPr id="475" name="Google Shape;475;p6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Future Directions…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sp>
        <p:nvSpPr>
          <p:cNvPr id="480" name="Google Shape;480;p6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References</a:t>
            </a:r>
            <a:endParaRPr/>
          </a:p>
        </p:txBody>
      </p:sp>
      <p:sp>
        <p:nvSpPr>
          <p:cNvPr id="481" name="Google Shape;481;p65"/>
          <p:cNvSpPr txBox="1"/>
          <p:nvPr>
            <p:ph idx="1" type="body"/>
          </p:nvPr>
        </p:nvSpPr>
        <p:spPr>
          <a:xfrm>
            <a:off x="715100" y="1330625"/>
            <a:ext cx="3729600" cy="3504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Drewes JL, et al. (2017). High-resolution bacterial 16S rRNA gene profile meta-analysis and biofilm status reveal common colorectal cancer consortia. npj Biofilms and Microbiomes, 3, 34. </a:t>
            </a:r>
            <a:r>
              <a:rPr lang="en" u="sng">
                <a:solidFill>
                  <a:schemeClr val="hlink"/>
                </a:solidFill>
                <a:hlinkClick r:id="rId3"/>
              </a:rPr>
              <a:t>https://doi.org/10.1038/s41522-017-0040-3</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Bray F, et al. (2024). Global cancer statistics 2022: GLOBOCAN estimates of incidence and mortality worldwide. CA: A Cancer Journal for Clinicians, 74(3), 229–263</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482" name="Google Shape;482;p65"/>
          <p:cNvSpPr txBox="1"/>
          <p:nvPr>
            <p:ph idx="2" type="body"/>
          </p:nvPr>
        </p:nvSpPr>
        <p:spPr>
          <a:xfrm>
            <a:off x="4699300" y="1326775"/>
            <a:ext cx="3729600" cy="312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McMurdie PJ &amp; Holmes S. (2013). phyloseq: An R package for reproducible interactive analysis of microbiome census data. PLOS ONE, 8(4), e61217.</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Quast C, et al. (2013). The SILVA ribosomal RNA gene database project. Nucleic Acids Research, 41(D1), D590–D596.</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Callahan BJ, et al. (2016). DADA2: High-resolution sample inference from Illumina amplicon data. Nature Methods, 13(7), 581–583.</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66"/>
          <p:cNvSpPr txBox="1"/>
          <p:nvPr>
            <p:ph type="ctrTitle"/>
          </p:nvPr>
        </p:nvSpPr>
        <p:spPr>
          <a:xfrm>
            <a:off x="713250" y="2349525"/>
            <a:ext cx="7717500" cy="2369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0" lang="en" sz="3400"/>
              <a:t>Independent Re-analysis of the MAL2 Malaysian Cohort</a:t>
            </a:r>
            <a:endParaRPr b="0" sz="3400"/>
          </a:p>
        </p:txBody>
      </p:sp>
      <p:sp>
        <p:nvSpPr>
          <p:cNvPr id="488" name="Google Shape;488;p66"/>
          <p:cNvSpPr txBox="1"/>
          <p:nvPr>
            <p:ph type="ctrTitle"/>
          </p:nvPr>
        </p:nvSpPr>
        <p:spPr>
          <a:xfrm>
            <a:off x="713250" y="3772850"/>
            <a:ext cx="7717500" cy="1662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500"/>
              <a:t>Ezra Seckin</a:t>
            </a:r>
            <a:endParaRPr sz="1500"/>
          </a:p>
          <a:p>
            <a:pPr indent="0" lvl="0" marL="0" rtl="0" algn="ctr">
              <a:spcBef>
                <a:spcPts val="0"/>
              </a:spcBef>
              <a:spcAft>
                <a:spcPts val="0"/>
              </a:spcAft>
              <a:buNone/>
            </a:pPr>
            <a:r>
              <a:rPr lang="en" sz="1500"/>
              <a:t>BIOMI 4300</a:t>
            </a:r>
            <a:endParaRPr sz="1500"/>
          </a:p>
        </p:txBody>
      </p:sp>
      <p:sp>
        <p:nvSpPr>
          <p:cNvPr id="489" name="Google Shape;489;p66"/>
          <p:cNvSpPr txBox="1"/>
          <p:nvPr/>
        </p:nvSpPr>
        <p:spPr>
          <a:xfrm>
            <a:off x="211650" y="916900"/>
            <a:ext cx="8720700" cy="1877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5500">
                <a:solidFill>
                  <a:schemeClr val="dk1"/>
                </a:solidFill>
                <a:latin typeface="Raleway"/>
                <a:ea typeface="Raleway"/>
                <a:cs typeface="Raleway"/>
                <a:sym typeface="Raleway"/>
              </a:rPr>
              <a:t>"Testing a Global CRC Microbial Consortium: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Emerging Therapies in Nephrotic Syndrome by Slidesgo">
  <a:themeElements>
    <a:clrScheme name="Simple Light">
      <a:dk1>
        <a:srgbClr val="1D1D1C"/>
      </a:dk1>
      <a:lt1>
        <a:srgbClr val="FFFFFF"/>
      </a:lt1>
      <a:dk2>
        <a:srgbClr val="4A4A48"/>
      </a:dk2>
      <a:lt2>
        <a:srgbClr val="73736F"/>
      </a:lt2>
      <a:accent1>
        <a:srgbClr val="C4C4BE"/>
      </a:accent1>
      <a:accent2>
        <a:srgbClr val="FFFFFF"/>
      </a:accent2>
      <a:accent3>
        <a:srgbClr val="FFFFFF"/>
      </a:accent3>
      <a:accent4>
        <a:srgbClr val="FFFFFF"/>
      </a:accent4>
      <a:accent5>
        <a:srgbClr val="FFFFFF"/>
      </a:accent5>
      <a:accent6>
        <a:srgbClr val="FFFFFF"/>
      </a:accent6>
      <a:hlink>
        <a:srgbClr val="1D1D1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